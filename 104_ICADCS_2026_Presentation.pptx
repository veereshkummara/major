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A2C47-A061-47EE-8736-6827F477D0C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28847-650E-4B86-A9DD-5576C9DDA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6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F836-374C-C004-F960-A15398081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4EB02-1BF9-BC6D-E6AA-8D0172E3F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30FB-AA48-99BB-A82A-1F64594B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BEA69-A9B6-D587-BF89-46416E31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FD279-C8DA-03A1-26B7-CFF96EDC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585B-2814-B47A-4702-69BD3DA1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86B0-CB3A-F26B-57C3-52DFE0714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902C6-15D3-8912-1F0A-B707585F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74059-F6CE-6AB9-7BD3-17A07021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90B2-B758-0A04-3EFE-015AE330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3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977C-A355-CCBF-8CE1-554A8AB7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FEDAF-2D1D-9171-D367-4C43B9594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8D702-1F8A-4DFF-39C4-B65B0E09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3981F-3935-F25F-17C0-E48D449D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F4653-6375-8C7D-275E-EF833A8D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0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B6F6-0B0A-1AB6-01B3-B8A96DF1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6A5B-D407-8CCA-67F6-ECF65EF16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978B9-C299-676C-B8DA-20A8FBEB9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AF9C7-53DC-3DA4-DA5F-030C8B30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B1EDC-D629-119C-CA5B-B7AF89D0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C33E6-9723-BA1A-E484-BEE424EC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9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A86D-BB80-610F-2F57-0E43D59D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E980A-6CBC-60BD-B517-C8B2CDD17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52E59-3545-3A47-3375-22EBE9C04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15CCD-940C-4CED-B5B8-92C77775D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81172-46C5-825F-47CE-B8DD6A185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B548D-0595-257C-1F0C-8A578A4F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50DA8-4104-56B8-1B2C-A0454F1B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1B8CC-72CC-AD0D-FDAD-D8275FD1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5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C881-1790-8BDA-788B-119484DF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97A26-A12E-398B-4ED1-DDD17F86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74DCC-DBA9-C2E1-F0CF-25BEB10D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BFAFE-DA9E-EF59-CD37-118980CE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1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9D4A9-2CF6-619B-3C1C-DF39A35F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5BDC6-4A39-8BE2-3BE5-07365E44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E66B3-2BD8-54DA-6E87-049CDC03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6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ACEB-8329-AEBF-AC8F-DE573E07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B15D-4327-0E70-6A06-CDE63739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9FC70-1B79-56C9-65CA-7DFAA8F1D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55706-E668-D5B9-F0FB-BC08B492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16EF7-A002-10BF-3EBD-2E34EB83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8BF3B-C0E5-2020-32A0-1824ED4D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5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D762-9D38-4205-2434-417E4149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4C58A5-17CF-ED9C-D38D-AE6AADA02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83AB6-839F-DC97-A6C4-5A54E2FB8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562DB-7891-76A2-B2B0-651B5A00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98CC7-D7AF-0A12-3C69-AA2BE870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77634-6D44-A32E-376D-4F73FD86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1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A41C-C390-5CCE-24FE-9127C413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8F432-F233-CD2A-06A0-B10A7F34E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2D4A6-F9E5-5610-4AAA-1131E327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1ED7B-5D66-30AD-15E0-5545B842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90628-7A3D-1528-AEA3-DA05FF7C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1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51574-487E-0A29-6257-F499CB378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BE230-B0AE-90D6-2B63-4B7638FD6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28495-43E2-EC65-F057-66519914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544B-7BF0-AD26-2491-DCDAC9D6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57A76-4BBC-38A3-8496-8DB6C647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7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13016-5FEE-5F86-C15B-36E00128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E2AFC-D879-6459-FB73-1DAA348B1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0DE47-468C-2585-1239-A3C11D55D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6E313-5152-40BE-B71C-17BEE1C886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CFA08-95D1-08FF-320F-D7A5EF04C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998B7-9D74-013F-B173-4ED534F09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9F86A-8305-4456-906B-3E711B077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3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28670C-E450-4EC6-CC59-883AA469A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D. Dhinakaran, K. Veeresh, E. Nandu Royal</a:t>
            </a:r>
          </a:p>
          <a:p>
            <a:r>
              <a:rPr lang="en-IN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Vel Tech University, Chennai, India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7B118E-9EA2-6E81-3D81-EBD0E3AC893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380234"/>
            <a:ext cx="9144000" cy="2048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</a:pPr>
            <a:r>
              <a:rPr 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Paper </a:t>
            </a:r>
            <a:r>
              <a:rPr lang="en-US" sz="24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itle: 	Meeting Summarizer: AI Tool that Converts Meeting 		Transcripts into Action Plans</a:t>
            </a:r>
            <a:br>
              <a:rPr 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Paper Id: 	</a:t>
            </a:r>
            <a:r>
              <a:rPr lang="en-US" sz="24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104</a:t>
            </a:r>
            <a:endParaRPr lang="en-US" sz="24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Track: 	Artificial Intelligence, Machine Learning, Blockchain, 		and Cybersecurity for Secure Social Systems</a:t>
            </a:r>
            <a:endParaRPr lang="en-US" sz="2400" b="1" kern="1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8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10515600" cy="356830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10515600" cy="356830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and hybrid work environments have sharply increased meeting frequency and volume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Meetings generate large amounts of unstructured conversational data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struggle to recall decisions, track responsibilities, and follow up on tasks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provide only verbatim transcripts or generic summaries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tasks and decisions often get lost in lengthy transcripts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need exists for automated, structured, action-oriented meeting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10515600" cy="356830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meeting tools lack structured outputs such as action plans, ownership, and deadlines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Transcription-only systems create high cognitive load — users must manually review transcripts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tools produce descriptive, not action-oriented, outputs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action extraction systems are siloed — not integrated with speech and NLP pipelines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multilingual support and privacy concerns in cloud-based deployments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 end-to-end AI system that converts unstructured meeting transcripts into structured, actionable plans with owner and deadline attribution</a:t>
            </a:r>
          </a:p>
        </p:txBody>
      </p:sp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Related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10515600" cy="356830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Transcript-Based Documentation Systems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ASR tools improve accessibility but require manual review to identify key points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structured outputs, accountability, or task attribution [1]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Meeting Summarization Approaches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Extractive: select salient utterances by statistical/linguistic features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Abstractive: transformer models generate concise summaries (e.g., BERT, T5) [2][3][4]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Summaries are descriptive, not action-oriented — still require human interpretation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ML-Based Action &amp; Decision Extraction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Dialogue act classification and intent detection studied in prior work [7][10]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by small datasets, lack of multilingual support, and no integration with STT</a:t>
            </a:r>
          </a:p>
        </p:txBody>
      </p:sp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5400000" cy="3568308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AI system: Speech-to-Text → NLP Pipeline → Summarization → Action Extraction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Modules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Processing &amp; Transcription: ASR engine with multilingual support and timestamps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Identification: Labels utterances to enable per-speaker attribution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Pipeline: Normalisation, sentence segmentation, NER, discourse categorisation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Engine: Transformer-based, contextual, multi-level meeting summary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Plan Generator: Extracts tasks, assigns owners, detects deadlines</a:t>
            </a:r>
          </a:p>
          <a:p>
            <a:pPr>
              <a:buNone/>
            </a:pPr>
            <a:endParaRPr lang="en-US" sz="14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Modular, privacy-conscious architecture — supports cloud and local deployment</a:t>
            </a:r>
          </a:p>
        </p:txBody>
      </p:sp>
      <p:pic>
        <p:nvPicPr>
          <p:cNvPr id="10" name="Figur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208" y="1162843"/>
            <a:ext cx="5311292" cy="496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5400000" cy="356830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Audio Acquisition — live stream or recorded file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Transcription &amp; Speaker Labeling — STT with speaker-aware output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Content Analysis — NLP categorises utterances: discussion / decision / action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Action Extraction — linguistic patterns detect tasks, owners, and deadlines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Output Generation — structured summary &amp; action plan via UI or API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action plans with accountability mapping and deadline detection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Multilingual, speaker-aware, scalable modular design</a:t>
            </a:r>
          </a:p>
        </p:txBody>
      </p:sp>
      <p:pic>
        <p:nvPicPr>
          <p:cNvPr id="10" name="FigureWork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00000"/>
            <a:ext cx="4800000" cy="4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5400000" cy="356830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Meeting Audio &amp; Transcript Dataset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audio_file, speaker_id, timestamp, language, transcript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training of ASR, speaker ID, and summarisation modules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Annotation Dataset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utterance, action_type, assigned_to, deadline, confidence_score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training of action extraction and decision identification modules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normalisation, tokenisation, speaker &amp; context encoding, label assignment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80:20 train-test split; Python-based ML frameworks</a:t>
            </a:r>
          </a:p>
        </p:txBody>
      </p:sp>
      <p:pic>
        <p:nvPicPr>
          <p:cNvPr id="10" name="Figur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98832"/>
            <a:ext cx="5392000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99"/>
            <a:ext cx="5187696" cy="964006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Model Architecture &amp; </a:t>
            </a:r>
            <a:b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6305"/>
            <a:ext cx="5400000" cy="356830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Architecture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ASR models → textual transcripts; speaker models → conversational context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NLP for summarisation and semantic understanding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action extraction model — detects tasks, owners, and deadlines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built with Python Flask; input formats: .txt, .doc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scores associated with each extracted action item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mechanisms enable iterative refinement of extraction accuracy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backend: modular services; supports cloud and local deployment</a:t>
            </a:r>
          </a:p>
        </p:txBody>
      </p:sp>
      <p:pic>
        <p:nvPicPr>
          <p:cNvPr id="10" name="Figur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200" y="1244552"/>
            <a:ext cx="5636704" cy="4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&amp; 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5400000" cy="356830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 Accuracy (WER)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WER: 6.85%  |  Transcription Accuracy: ~93%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Corporate: 94.53%  |  Academic: 91.05%  |  Technical: 93.87%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Summarisation Quality (ROUGE)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ROUGE-1: 0.82  |  ROUGE-2: 0.74  |  ROUGE-L: 0.80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Extraction Performance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0.88  |  Recall: 0.86  |  F1-Score: 0.87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Deadline Detection: 84%  |  Owner Attribution: 91%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 Study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identification time reduced by 65% vs. manual transcript review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87% of users reported improved clarity; 91% reported reduced cognitive load</a:t>
            </a:r>
          </a:p>
        </p:txBody>
      </p:sp>
      <p:pic>
        <p:nvPicPr>
          <p:cNvPr id="10" name="ActionItems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1500000"/>
            <a:ext cx="5700000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DED3-E0A5-203B-9A53-A01E705B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7EB2-D0E9-8A45-870D-300DAE5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849"/>
            <a:ext cx="10515600" cy="356830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Meeting Summarizer converts unstructured transcripts into structured action plans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STT, transformer summarisation, and supervised action extraction in one pipeline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90-95% transcription accuracy, ROUGE 0.75-0.85, 85-90% action extraction F1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study confirmed 65% reduction in task identification time</a:t>
            </a:r>
          </a:p>
          <a:p>
            <a:pPr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multilingual datasets and conduct large-scale real-world validation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personalized adaptive summarization models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productivity platforms: Microsoft Teams, Slack</a:t>
            </a:r>
          </a:p>
        </p:txBody>
      </p:sp>
    </p:spTree>
    <p:extLst>
      <p:ext uri="{BB962C8B-B14F-4D97-AF65-F5344CB8AC3E}">
        <p14:creationId xmlns:p14="http://schemas.microsoft.com/office/powerpoint/2010/main" val="139561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E6DAA-441F-7098-9630-2EA3D1F4B746}"/>
              </a:ext>
            </a:extLst>
          </p:cNvPr>
          <p:cNvSpPr txBox="1"/>
          <p:nvPr/>
        </p:nvSpPr>
        <p:spPr>
          <a:xfrm>
            <a:off x="4171308" y="3215812"/>
            <a:ext cx="2886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98260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862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Paper Title:  Meeting Summarizer: AI Tool that Converts Meeting   Transcripts into Action Plans Paper Id:  104 Track:  Artificial Intelligence, Machine Learning, Blockchain,   and Cybersecurity for Secure Social Systems</vt:lpstr>
      <vt:lpstr>Content</vt:lpstr>
      <vt:lpstr>Introduction</vt:lpstr>
      <vt:lpstr>Problem Statement</vt:lpstr>
      <vt:lpstr>Related Work</vt:lpstr>
      <vt:lpstr>Proposed Model</vt:lpstr>
      <vt:lpstr>System Workflow</vt:lpstr>
      <vt:lpstr>Dataset Description</vt:lpstr>
      <vt:lpstr>Model Architecture &amp;  Implementation</vt:lpstr>
      <vt:lpstr>Results &amp; Discussion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Rathore</dc:creator>
  <cp:lastModifiedBy>Veeresh, Kummari (Contractor)</cp:lastModifiedBy>
  <cp:revision>5</cp:revision>
  <dcterms:created xsi:type="dcterms:W3CDTF">2026-01-08T06:21:37Z</dcterms:created>
  <dcterms:modified xsi:type="dcterms:W3CDTF">2026-04-29T06:35:38Z</dcterms:modified>
</cp:coreProperties>
</file>