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Default ContentType="image/png" Extension="png"/>
  <Override ContentType="application/x-fontdata" PartName="/ppt/fonts/font1.fntdata"/>
  <Override ContentType="application/x-fontdata" PartName="/ppt/fonts/font2.fntdata"/>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png" Type="http://schemas.openxmlformats.org/officeDocument/2006/relationships/image"/><Relationship Id="rId2" Target="/ppt/media/image2.png" Type="http://schemas.openxmlformats.org/officeDocument/2006/relationships/image"/><Relationship Id="rId3" Target="/ppt/media/image3.png" Type="http://schemas.openxmlformats.org/officeDocument/2006/relationships/image"/><Relationship Id="rId4" Target="ppt/media/img_cc_black.png" Type="http://schemas.openxmlformats.org/officeDocument/2006/relationships/image"/><Relationship Id="rId5" Target="ppt/presentation.xml" Type="http://schemas.openxmlformats.org/officeDocument/2006/relationships/officeDocument"/><Relationship Id="rId6" Target="docProps/core.xml" Type="http://schemas.openxmlformats.org/package/2006/relationships/metadata/core-properties"/><Relationship Id="rId7"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8288000" cy="10287000" type="custom"/>
  <p:notesSz cx="18288000" cy="10287000"/>
  <p:embeddedFontLst>
    <p:embeddedFont>
      <p:font typeface="Poppins"/>
      <p:bold r:id="rId21"/>
    </p:embeddedFont>
    <p:embeddedFont>
      <p:font typeface="Lato"/>
      <p:regular r:id="rId22"/>
    </p:embeddedFont>
  </p:embeddedFontLst>
  <p:custDataLst/>
  <p:defaultTextStyle>
    <a:defPPr>
      <a:defRPr lang="en-US"/>
    </a:defPPr>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0" Target="tableStyles.xml" Type="http://schemas.openxmlformats.org/officeDocument/2006/relationships/tableStyles"/><Relationship Id="rId21" Target="fonts/font1.fntdata" Type="http://schemas.openxmlformats.org/officeDocument/2006/relationships/font"/><Relationship Id="rId22" Target="fonts/font2.fntdata" Type="http://schemas.openxmlformats.org/officeDocument/2006/relationships/font"/><Relationship Id="rId23" Target="presProps.xml" Type="http://schemas.openxmlformats.org/officeDocument/2006/relationships/presProps"/><Relationship Id="rId24"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2" Target="../media/image1.pn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2" Target="../media/image1.png" Type="http://schemas.openxmlformats.org/officeDocument/2006/relationships/image"/><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false" type="title">
  <p:cSld name="Title Slide">
    <p:bg>
      <p:bgPr>
        <a:solidFill>
          <a:schemeClr val="bg1"/>
        </a:solidFill>
        <a:effectLst/>
      </p:bgPr>
    </p:bg>
    <p:spTree>
      <p:nvGrpSpPr>
        <p:cNvPr id="1" name=""/>
        <p:cNvGrpSpPr/>
        <p:nvPr/>
      </p:nvGrpSpPr>
      <p:grpSpPr>
        <a:xfrm>
          <a:off x="0" y="0"/>
          <a:ext cx="0" cy="0"/>
          <a:chOff x="0" y="0"/>
          <a:chExt cx="0" cy="0"/>
        </a:xfrm>
      </p:grpSpPr>
      <p:sp>
        <p:nvSpPr>
          <p:cNvPr id="2" name="Rectangle 2">
            <a:extLst>
              <a:ext uri="{63862D33-5B36-4780-9849-2193F2B9B8A5}">
                <a16:creationId xmlns:a16="http://schemas.microsoft.com/office/drawing/2010/main" id="{F0BC5E5B-18F1-4858-8660-BBF1F28FF613}"/>
              </a:ext>
            </a:extLst>
          </p:cNvPr>
          <p:cNvSpPr/>
          <p:nvPr/>
        </p:nvSpPr>
        <p:spPr>
          <a:xfrm rot="0">
            <a:off x="0" y="1143000"/>
            <a:ext cx="13712824" cy="8001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lstStyle/>
          <a:p>
            <a:pPr/>
            <a:r>
              <a:rPr dirty="0" lang="en-US"/>
              <a:t/>
            </a:r>
            <a:endParaRPr dirty="0" lang="en-US"/>
          </a:p>
        </p:txBody>
      </p:sp>
      <p:sp>
        <p:nvSpPr>
          <p:cNvPr id="3" name="Rectangle 8">
            <a:extLst>
              <a:ext uri="{AAA06D75-220F-4DC2-8A57-284039AD2A6C}">
                <a16:creationId xmlns:a16="http://schemas.microsoft.com/office/drawing/2010/main" id="{38A0EEE9-7F93-4194-9B52-76D8712D1C51}"/>
              </a:ext>
            </a:extLst>
          </p:cNvPr>
          <p:cNvSpPr/>
          <p:nvPr/>
        </p:nvSpPr>
        <p:spPr>
          <a:xfrm rot="0">
            <a:off x="13904912" y="1143000"/>
            <a:ext cx="4387850" cy="8001000"/>
          </a:xfrm>
          <a:prstGeom prst="rect">
            <a:avLst/>
          </a:prstGeom>
          <a:solidFill>
            <a:srgbClr val="c8c8c8">
              <a:alpha val="49804"/>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lstStyle/>
          <a:p>
            <a:pPr/>
            <a:r>
              <a:rPr dirty="0" lang="en-US"/>
              <a:t/>
            </a:r>
            <a:endParaRPr dirty="0" lang="en-US"/>
          </a:p>
        </p:txBody>
      </p:sp>
      <p:sp>
        <p:nvSpPr>
          <p:cNvPr id="4" name="Oval 9" title="">
            <a:extLst>
              <a:ext uri="{6F06D79D-0B7F-4B15-A469-1308FA0670DD}">
                <a16:creationId xmlns:a16="http://schemas.microsoft.com/office/drawing/2010/main" id="{199F064C-A24E-4279-83F3-E6E8476FE002}"/>
              </a:ext>
            </a:extLst>
          </p:cNvPr>
          <p:cNvSpPr/>
          <p:nvPr/>
        </p:nvSpPr>
        <p:spPr>
          <a:xfrm rot="0">
            <a:off x="12577763" y="1163638"/>
            <a:ext cx="1135062" cy="1150937"/>
          </a:xfrm>
          <a:prstGeom prst="ellipse">
            <a:avLst/>
          </a:prstGeom>
          <a:blipFill dpi="0" rotWithShape="1">
            <a:blip r:embed="rId2"/>
            <a:stretch>
              <a:fillRect/>
            </a:stretch>
          </a:blipFill>
          <a:ln w="10795">
            <a:solidFill>
              <a:srgbClr val="154d58"/>
            </a:solidFill>
            <a:miter lim="800000"/>
          </a:ln>
        </p:spPr>
        <p:txBody>
          <a:bodyPr anchor="ctr" rtlCol="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r>
              <a:rPr dirty="0" lang="en-IN">
                <a:solidFill>
                  <a:srgbClr val="ffffff"/>
                </a:solidFill>
              </a:rPr>
              <a:t/>
            </a:r>
            <a:endParaRPr dirty="0" lang="en-IN">
              <a:solidFill>
                <a:srgbClr val="ffffff"/>
              </a:solidFill>
            </a:endParaRPr>
          </a:p>
        </p:txBody>
      </p:sp>
      <p:sp>
        <p:nvSpPr>
          <p:cNvPr id="5" name="Title 1">
            <a:extLst>
              <a:ext uri="{83231421-ED30-4A5D-9CB7-9DDB285CDC0F}">
                <a16:creationId xmlns:a16="http://schemas.microsoft.com/office/drawing/2010/main" id="{C64BDE82-1DB8-4887-A115-05788D72A01D}"/>
              </a:ext>
            </a:extLst>
          </p:cNvPr>
          <p:cNvSpPr>
            <a:spLocks noGrp="true"/>
          </p:cNvSpPr>
          <p:nvPr>
            <p:ph type="title"/>
          </p:nvPr>
        </p:nvSpPr>
        <p:spPr>
          <a:xfrm rot="0">
            <a:off x="1604772" y="1947672"/>
            <a:ext cx="10972800" cy="4882896"/>
          </a:xfrm>
        </p:spPr>
        <p:txBody>
          <a:bodyPr anchor="b" rtlCol="0"/>
          <a:lstStyle>
            <a:lvl1pPr algn="l" lvl="0">
              <a:defRPr baseline="0" dirty="0" lang="en-US" spc="-150" sz="8850">
                <a:solidFill>
                  <a:srgbClr val="ffffff"/>
                </a:solidFill>
              </a:defRPr>
            </a:lvl1pPr>
          </a:lstStyle>
          <a:p>
            <a:pPr/>
            <a:r>
              <a:rPr dirty="0" lang="en-US"/>
              <a:t>Click to edit Master title style</a:t>
            </a:r>
            <a:endParaRPr dirty="0" lang="en-US"/>
          </a:p>
        </p:txBody>
      </p:sp>
      <p:sp>
        <p:nvSpPr>
          <p:cNvPr id="6" name="Subtitle 2">
            <a:extLst>
              <a:ext uri="{ACDD3615-7D7E-48C9-910E-9E821BE716E8}">
                <a16:creationId xmlns:a16="http://schemas.microsoft.com/office/drawing/2010/main" id="{C828613C-0798-4BD5-9178-3B38CB9D80FF}"/>
              </a:ext>
            </a:extLst>
          </p:cNvPr>
          <p:cNvSpPr>
            <a:spLocks noGrp="true"/>
          </p:cNvSpPr>
          <p:nvPr>
            <p:ph idx="1" type="subTitle"/>
          </p:nvPr>
        </p:nvSpPr>
        <p:spPr>
          <a:xfrm rot="0">
            <a:off x="1650023" y="7005368"/>
            <a:ext cx="10972800" cy="1371600"/>
          </a:xfrm>
        </p:spPr>
        <p:txBody>
          <a:bodyPr anchor="t" rtlCol="0">
            <a:normAutofit/>
          </a:bodyPr>
          <a:lstStyle>
            <a:lvl1pPr algn="l" indent="0" lvl="0" marL="0">
              <a:buNone/>
              <a:defRPr baseline="0" cap="none" dirty="0" lang="en-US" spc="0" sz="3300">
                <a:solidFill>
                  <a:schemeClr val="accent1">
                    <a:lumMod val="20000"/>
                    <a:lumOff val="80000"/>
                  </a:schemeClr>
                </a:solidFill>
              </a:defRPr>
            </a:lvl1pPr>
            <a:lvl2pPr algn="ctr" indent="0" lvl="1" marL="685800">
              <a:buNone/>
              <a:defRPr dirty="0" lang="en-US" sz="3300"/>
            </a:lvl2pPr>
            <a:lvl3pPr algn="ctr" indent="0" lvl="2" marL="1371600">
              <a:buNone/>
              <a:defRPr dirty="0" lang="en-US" sz="3300"/>
            </a:lvl3pPr>
            <a:lvl4pPr algn="ctr" indent="0" lvl="3" marL="2057400">
              <a:buNone/>
              <a:defRPr dirty="0" lang="en-US" sz="3000"/>
            </a:lvl4pPr>
            <a:lvl5pPr algn="ctr" indent="0" lvl="4" marL="2743200">
              <a:buNone/>
              <a:defRPr dirty="0" lang="en-US" sz="3000"/>
            </a:lvl5pPr>
            <a:lvl6pPr algn="ctr" indent="0" lvl="5" marL="3429000">
              <a:buNone/>
              <a:defRPr dirty="0" lang="en-US" sz="3000"/>
            </a:lvl6pPr>
            <a:lvl7pPr algn="ctr" indent="0" lvl="6" marL="4114800">
              <a:buNone/>
              <a:defRPr dirty="0" lang="en-US" sz="3000"/>
            </a:lvl7pPr>
            <a:lvl8pPr algn="ctr" indent="0" lvl="7" marL="4800600">
              <a:buNone/>
              <a:defRPr dirty="0" lang="en-US" sz="3000"/>
            </a:lvl8pPr>
            <a:lvl9pPr algn="ctr" indent="0" lvl="8" marL="5486400">
              <a:buNone/>
              <a:defRPr dirty="0" lang="en-US" sz="3000"/>
            </a:lvl9pPr>
          </a:lstStyle>
          <a:p>
            <a:pPr/>
            <a:r>
              <a:rPr dirty="0" lang="en-US"/>
              <a:t>Click to edit Master subtitle style</a:t>
            </a:r>
            <a:endParaRPr dirty="0" lang="en-US"/>
          </a:p>
        </p:txBody>
      </p:sp>
      <p:sp>
        <p:nvSpPr>
          <p:cNvPr id="7" name="Date Placeholder 3">
            <a:extLst>
              <a:ext uri="{6C29438C-A7F7-44FE-93A8-2EB8D6B77366}">
                <a16:creationId xmlns:a16="http://schemas.microsoft.com/office/drawing/2010/main" id="{04257571-93D8-4335-8287-13B6D3FF9176}"/>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fld id="{E5F7D81B-81E4-4D73-B7D0-E5AB32148189}"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8" name="Footer Placeholder 4">
            <a:extLst>
              <a:ext uri="{07D6E211-75D5-4073-A9D2-0ED1D7E1FA72}">
                <a16:creationId xmlns:a16="http://schemas.microsoft.com/office/drawing/2010/main" id="{7C3269A6-72D4-41A9-95CB-4AE00A993242}"/>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Slide Number Placeholder 5">
            <a:extLst>
              <a:ext uri="{65669D25-3705-4617-802F-F4DCB15A95E8}">
                <a16:creationId xmlns:a16="http://schemas.microsoft.com/office/drawing/2010/main" id="{5B81E9D4-2327-42FA-8759-888AAB2C634F}"/>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BB14E87D-B7C3-4260-A237-6CCAE749904D}" type="slidenum"/>
            <a:endParaRPr b="1" dirty="0" lang="en-US">
              <a:solidFill>
                <a:schemeClr val="accent1"/>
              </a:solidFill>
              <a:latin typeface="+mn-lt"/>
            </a:endParaRPr>
          </a:p>
        </p:txBody>
      </p:sp>
    </p:spTree>
    <p:extLst>
      <p:ext uri="{2A4BD829-0EA5-4953-A6D2-59723506A73E}">
        <p14:creationId xmlns:p14="http://schemas.microsoft.com/office/powerpoint/2010/main" val="1770999092297"/>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Title 1">
            <a:extLst>
              <a:ext uri="{28742E35-215B-49B9-A92A-3DB709620610}">
                <a16:creationId xmlns:a16="http://schemas.microsoft.com/office/drawing/2010/main" id="{3E410E93-9283-4C1B-88F8-57B91DFB55C4}"/>
              </a:ext>
            </a:extLst>
          </p:cNvPr>
          <p:cNvSpPr>
            <a:spLocks noGrp="true"/>
          </p:cNvSpPr>
          <p:nvPr>
            <p:ph type="title"/>
          </p:nvPr>
        </p:nvSpPr>
        <p:spPr/>
        <p:txBody>
          <a:bodyPr rtlCol="0"/>
          <a:lstStyle/>
          <a:p>
            <a:pPr/>
            <a:r>
              <a:rPr dirty="0" lang="en-US"/>
              <a:t>Click to edit Master title style</a:t>
            </a:r>
            <a:endParaRPr dirty="0" lang="en-US"/>
          </a:p>
        </p:txBody>
      </p:sp>
      <p:sp>
        <p:nvSpPr>
          <p:cNvPr id="3" name="Content Placeholder 2">
            <a:extLst>
              <a:ext uri="{464D37ED-B47C-46DF-9FA6-77969FD8C025}">
                <a16:creationId xmlns:a16="http://schemas.microsoft.com/office/drawing/2010/main" id="{1D8ACB3F-438C-4857-B713-13F2665B6973}"/>
              </a:ext>
            </a:extLst>
          </p:cNvPr>
          <p:cNvSpPr>
            <a:spLocks noGrp="true"/>
          </p:cNvSpPr>
          <p:nvPr>
            <p:ph idx="1"/>
          </p:nvPr>
        </p:nvSpPr>
        <p:spPr/>
        <p:txBody>
          <a:bodyPr rtlCol="0"/>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Date Placeholder 3">
            <a:extLst>
              <a:ext uri="{C8E71BD6-BC58-49BE-978F-422A562AE0CC}">
                <a16:creationId xmlns:a16="http://schemas.microsoft.com/office/drawing/2010/main" id="{5D8D0901-3EC7-477F-B7FB-208F246EDE29}"/>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8CADECD8-026C-4561-A696-87C5B1A8EE51}"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5" name="Footer Placeholder 4">
            <a:extLst>
              <a:ext uri="{8893EB85-AD1D-406E-ACB0-07BA4DB5EB32}">
                <a16:creationId xmlns:a16="http://schemas.microsoft.com/office/drawing/2010/main" id="{7C124050-08A1-48D7-8AC5-0A0472961F55}"/>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Slide Number Placeholder 5">
            <a:extLst>
              <a:ext uri="{17F74ACC-CA78-4F98-8462-E36951A663DA}">
                <a16:creationId xmlns:a16="http://schemas.microsoft.com/office/drawing/2010/main" id="{13158355-DF68-4576-A02E-9DDC71EFDF90}"/>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64378240-B8C6-44C6-8E22-E449A3C1B74E}" type="slidenum"/>
            <a:endParaRPr b="1" dirty="0" lang="en-US">
              <a:solidFill>
                <a:schemeClr val="accent1"/>
              </a:solidFill>
              <a:latin typeface="+mn-lt"/>
            </a:endParaRPr>
          </a:p>
        </p:txBody>
      </p:sp>
    </p:spTree>
    <p:extLst>
      <p:ext uri="{668C1D98-C27C-430C-91F9-1F8B3C58BB57}">
        <p14:creationId xmlns:p14="http://schemas.microsoft.com/office/powerpoint/2010/main" val="1770999092298"/>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secHead">
  <p:cSld name="Section Header">
    <p:spTree>
      <p:nvGrpSpPr>
        <p:cNvPr id="1" name=""/>
        <p:cNvGrpSpPr/>
        <p:nvPr/>
      </p:nvGrpSpPr>
      <p:grpSpPr>
        <a:xfrm>
          <a:off x="0" y="0"/>
          <a:ext cx="0" cy="0"/>
          <a:chOff x="0" y="0"/>
          <a:chExt cx="0" cy="0"/>
        </a:xfrm>
      </p:grpSpPr>
      <p:sp>
        <p:nvSpPr>
          <p:cNvPr id="2" name="Title 1">
            <a:extLst>
              <a:ext uri="{33B158D2-4B54-4DBC-ACFF-89FB2B69906D}">
                <a16:creationId xmlns:a16="http://schemas.microsoft.com/office/drawing/2010/main" id="{76854308-E1A0-4CA9-8BBD-CFADEC92F96A}"/>
              </a:ext>
            </a:extLst>
          </p:cNvPr>
          <p:cNvSpPr>
            <a:spLocks noGrp="true"/>
          </p:cNvSpPr>
          <p:nvPr>
            <p:ph type="title"/>
          </p:nvPr>
        </p:nvSpPr>
        <p:spPr>
          <a:xfrm rot="0">
            <a:off x="5801868" y="1947672"/>
            <a:ext cx="10972800" cy="4882896"/>
          </a:xfrm>
        </p:spPr>
        <p:txBody>
          <a:bodyPr anchor="b" rtlCol="0"/>
          <a:lstStyle>
            <a:lvl1pPr lvl="0">
              <a:defRPr b="0" baseline="0" dirty="0" lang="en-US" spc="-150" sz="8850">
                <a:solidFill>
                  <a:schemeClr val="tx1">
                    <a:lumMod val="65000"/>
                    <a:lumOff val="35000"/>
                  </a:schemeClr>
                </a:solidFill>
                <a:latin typeface="+mj-lt"/>
              </a:defRPr>
            </a:lvl1pPr>
          </a:lstStyle>
          <a:p>
            <a:pPr/>
            <a:r>
              <a:rPr dirty="0" lang="en-US"/>
              <a:t>Click to edit Master title style</a:t>
            </a:r>
            <a:endParaRPr dirty="0" lang="en-US"/>
          </a:p>
        </p:txBody>
      </p:sp>
      <p:sp>
        <p:nvSpPr>
          <p:cNvPr id="3" name="Text Placeholder 2">
            <a:extLst>
              <a:ext uri="{372D0ED4-8353-4664-AAAE-48570FCE0CBC}">
                <a16:creationId xmlns:a16="http://schemas.microsoft.com/office/drawing/2010/main" id="{CA42BE4D-46E9-47E8-BA0D-0A7C4AB55733}"/>
              </a:ext>
            </a:extLst>
          </p:cNvPr>
          <p:cNvSpPr>
            <a:spLocks noGrp="true"/>
          </p:cNvSpPr>
          <p:nvPr>
            <p:ph idx="1" type="body"/>
          </p:nvPr>
        </p:nvSpPr>
        <p:spPr>
          <a:xfrm rot="0">
            <a:off x="5829300" y="7008876"/>
            <a:ext cx="10972800" cy="1371600"/>
          </a:xfrm>
        </p:spPr>
        <p:txBody>
          <a:bodyPr anchor="t" rtlCol="0">
            <a:normAutofit/>
          </a:bodyPr>
          <a:lstStyle>
            <a:lvl1pPr indent="0" lvl="0" marL="0">
              <a:buNone/>
              <a:defRPr baseline="0" cap="none" dirty="0" lang="en-US" spc="0" sz="3300">
                <a:solidFill>
                  <a:schemeClr val="tx1">
                    <a:lumMod val="65000"/>
                    <a:lumOff val="35000"/>
                  </a:schemeClr>
                </a:solidFill>
              </a:defRPr>
            </a:lvl1pPr>
            <a:lvl2pPr indent="0" lvl="1" marL="685800">
              <a:buNone/>
              <a:defRPr dirty="0" lang="en-US" sz="2700">
                <a:solidFill>
                  <a:schemeClr val="tx1">
                    <a:tint val="75000"/>
                  </a:schemeClr>
                </a:solidFill>
              </a:defRPr>
            </a:lvl2pPr>
            <a:lvl3pPr indent="0" lvl="2" marL="1371600">
              <a:buNone/>
              <a:defRPr dirty="0" lang="en-US" sz="2400">
                <a:solidFill>
                  <a:schemeClr val="tx1">
                    <a:tint val="75000"/>
                  </a:schemeClr>
                </a:solidFill>
              </a:defRPr>
            </a:lvl3pPr>
            <a:lvl4pPr indent="0" lvl="3" marL="2057400">
              <a:buNone/>
              <a:defRPr dirty="0" lang="en-US" sz="2100">
                <a:solidFill>
                  <a:schemeClr val="tx1">
                    <a:tint val="75000"/>
                  </a:schemeClr>
                </a:solidFill>
              </a:defRPr>
            </a:lvl4pPr>
            <a:lvl5pPr indent="0" lvl="4" marL="2743200">
              <a:buNone/>
              <a:defRPr dirty="0" lang="en-US" sz="2100">
                <a:solidFill>
                  <a:schemeClr val="tx1">
                    <a:tint val="75000"/>
                  </a:schemeClr>
                </a:solidFill>
              </a:defRPr>
            </a:lvl5pPr>
            <a:lvl6pPr indent="0" lvl="5" marL="3429000">
              <a:buNone/>
              <a:defRPr dirty="0" lang="en-US" sz="2100">
                <a:solidFill>
                  <a:schemeClr val="tx1">
                    <a:tint val="75000"/>
                  </a:schemeClr>
                </a:solidFill>
              </a:defRPr>
            </a:lvl6pPr>
            <a:lvl7pPr indent="0" lvl="6" marL="4114800">
              <a:buNone/>
              <a:defRPr dirty="0" lang="en-US" sz="2100">
                <a:solidFill>
                  <a:schemeClr val="tx1">
                    <a:tint val="75000"/>
                  </a:schemeClr>
                </a:solidFill>
              </a:defRPr>
            </a:lvl7pPr>
            <a:lvl8pPr indent="0" lvl="7" marL="4800600">
              <a:buNone/>
              <a:defRPr dirty="0" lang="en-US" sz="2100">
                <a:solidFill>
                  <a:schemeClr val="tx1">
                    <a:tint val="75000"/>
                  </a:schemeClr>
                </a:solidFill>
              </a:defRPr>
            </a:lvl8pPr>
            <a:lvl9pPr indent="0" lvl="8" marL="5486400">
              <a:buNone/>
              <a:defRPr dirty="0" lang="en-US" sz="2100">
                <a:solidFill>
                  <a:schemeClr val="tx1">
                    <a:tint val="75000"/>
                  </a:schemeClr>
                </a:solidFill>
              </a:defRPr>
            </a:lvl9pPr>
          </a:lstStyle>
          <a:p>
            <a:pPr lvl="0"/>
            <a:r>
              <a:rPr dirty="0" lang="en-US"/>
              <a:t>Click to edit Master text styles</a:t>
            </a:r>
            <a:endParaRPr dirty="0" lang="en-US"/>
          </a:p>
        </p:txBody>
      </p:sp>
      <p:sp>
        <p:nvSpPr>
          <p:cNvPr id="4" name="Date Placeholder 3">
            <a:extLst>
              <a:ext uri="{50DD0D78-E744-44FB-9FAD-5B5111C7ECB0}">
                <a16:creationId xmlns:a16="http://schemas.microsoft.com/office/drawing/2010/main" id="{96FBA6BC-DD4B-41B7-9E24-186209F177F9}"/>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B3247282-9D36-486F-BBDF-2B34C37A67D5}"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5" name="Footer Placeholder 4">
            <a:extLst>
              <a:ext uri="{FEDA9BB4-9FE8-44A9-8C04-E3BAD13CDC4F}">
                <a16:creationId xmlns:a16="http://schemas.microsoft.com/office/drawing/2010/main" id="{73E81086-8622-48CD-B0AC-112A58EAA375}"/>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Slide Number Placeholder 5">
            <a:extLst>
              <a:ext uri="{678C2B21-29FD-4392-9E82-48974AA127B2}">
                <a16:creationId xmlns:a16="http://schemas.microsoft.com/office/drawing/2010/main" id="{49EEFF33-EFB3-41EF-BC93-6BE848053606}"/>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04348012-9CDB-45B0-81D0-A635E8C104C9}" type="slidenum"/>
            <a:endParaRPr b="1" dirty="0" lang="en-US">
              <a:solidFill>
                <a:schemeClr val="accent1"/>
              </a:solidFill>
              <a:latin typeface="+mn-lt"/>
            </a:endParaRPr>
          </a:p>
        </p:txBody>
      </p:sp>
    </p:spTree>
    <p:extLst>
      <p:ext uri="{16624616-8AFC-49EB-82EC-49248E766F4F}">
        <p14:creationId xmlns:p14="http://schemas.microsoft.com/office/powerpoint/2010/main" val="1770999092299"/>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sp>
        <p:nvSpPr>
          <p:cNvPr id="2" name="Title 1">
            <a:extLst>
              <a:ext uri="{96A116B2-52F0-4E89-8F7F-10FCBDFEB8F4}">
                <a16:creationId xmlns:a16="http://schemas.microsoft.com/office/drawing/2010/main" id="{476469B2-E65C-41C5-A81D-36982A3F738F}"/>
              </a:ext>
            </a:extLst>
          </p:cNvPr>
          <p:cNvSpPr>
            <a:spLocks noGrp="true"/>
          </p:cNvSpPr>
          <p:nvPr>
            <p:ph type="title"/>
          </p:nvPr>
        </p:nvSpPr>
        <p:spPr/>
        <p:txBody>
          <a:bodyPr rtlCol="0"/>
          <a:lstStyle/>
          <a:p>
            <a:pPr/>
            <a:r>
              <a:rPr dirty="0" lang="en-US"/>
              <a:t>Click to edit Master title style</a:t>
            </a:r>
            <a:endParaRPr dirty="0" lang="en-US"/>
          </a:p>
        </p:txBody>
      </p:sp>
      <p:sp>
        <p:nvSpPr>
          <p:cNvPr id="3" name="Content Placeholder 2">
            <a:extLst>
              <a:ext uri="{77CBC949-DB7C-42B8-B4F8-65AE975D3B9D}">
                <a16:creationId xmlns:a16="http://schemas.microsoft.com/office/drawing/2010/main" id="{D7B22B14-80B3-445F-BAD1-1D54A0FCA2A4}"/>
              </a:ext>
            </a:extLst>
          </p:cNvPr>
          <p:cNvSpPr>
            <a:spLocks noGrp="true"/>
          </p:cNvSpPr>
          <p:nvPr>
            <p:ph idx="1"/>
          </p:nvPr>
        </p:nvSpPr>
        <p:spPr>
          <a:xfrm rot="0">
            <a:off x="5801868" y="1303019"/>
            <a:ext cx="5212079" cy="7680959"/>
          </a:xfrm>
        </p:spPr>
        <p:txBody>
          <a:bodyPr rtlCol="0"/>
          <a:lstStyle>
            <a:lvl1pPr lvl="0">
              <a:defRPr dirty="0" lang="en-US" sz="3000"/>
            </a:lvl1pPr>
            <a:lvl2pPr lvl="1">
              <a:defRPr dirty="0" lang="en-US" sz="2700"/>
            </a:lvl2pPr>
            <a:lvl3pPr lvl="2">
              <a:defRPr dirty="0" lang="en-US" sz="2400"/>
            </a:lvl3pPr>
            <a:lvl4pPr lvl="3">
              <a:defRPr dirty="0" lang="en-US" sz="2100"/>
            </a:lvl4pPr>
            <a:lvl5pPr lvl="4">
              <a:defRPr dirty="0" lang="en-US" sz="2100"/>
            </a:lvl5pPr>
            <a:lvl6pPr lvl="5">
              <a:defRPr dirty="0" lang="en-US" sz="2100"/>
            </a:lvl6pPr>
            <a:lvl7pPr lvl="6">
              <a:defRPr dirty="0" lang="en-US" sz="2100"/>
            </a:lvl7pPr>
            <a:lvl8pPr lvl="7">
              <a:defRPr dirty="0" lang="en-US" sz="2100"/>
            </a:lvl8pPr>
            <a:lvl9pPr lvl="8">
              <a:defRPr dirty="0" lang="en-US" sz="21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Content Placeholder 3">
            <a:extLst>
              <a:ext uri="{DF5FE634-730C-474A-802D-1554C1AA5BE1}">
                <a16:creationId xmlns:a16="http://schemas.microsoft.com/office/drawing/2010/main" id="{EA99EB65-32EB-4277-8952-6D29E5B20001}"/>
              </a:ext>
            </a:extLst>
          </p:cNvPr>
          <p:cNvSpPr>
            <a:spLocks noGrp="true"/>
          </p:cNvSpPr>
          <p:nvPr>
            <p:ph idx="2"/>
          </p:nvPr>
        </p:nvSpPr>
        <p:spPr>
          <a:xfrm rot="0">
            <a:off x="11727180" y="1303019"/>
            <a:ext cx="5212079" cy="7680959"/>
          </a:xfrm>
        </p:spPr>
        <p:txBody>
          <a:bodyPr rtlCol="0"/>
          <a:lstStyle>
            <a:lvl1pPr lvl="0">
              <a:defRPr dirty="0" lang="en-US" sz="3000"/>
            </a:lvl1pPr>
            <a:lvl2pPr lvl="1">
              <a:defRPr dirty="0" lang="en-US" sz="2700"/>
            </a:lvl2pPr>
            <a:lvl3pPr lvl="2">
              <a:defRPr dirty="0" lang="en-US" sz="2400"/>
            </a:lvl3pPr>
            <a:lvl4pPr lvl="3">
              <a:defRPr dirty="0" lang="en-US" sz="2100"/>
            </a:lvl4pPr>
            <a:lvl5pPr lvl="4">
              <a:defRPr dirty="0" lang="en-US" sz="2100"/>
            </a:lvl5pPr>
            <a:lvl6pPr lvl="5">
              <a:defRPr dirty="0" lang="en-US" sz="2100"/>
            </a:lvl6pPr>
            <a:lvl7pPr lvl="6">
              <a:defRPr dirty="0" lang="en-US" sz="2100"/>
            </a:lvl7pPr>
            <a:lvl8pPr lvl="7">
              <a:defRPr dirty="0" lang="en-US" sz="2100"/>
            </a:lvl8pPr>
            <a:lvl9pPr lvl="8">
              <a:defRPr dirty="0" lang="en-US" sz="21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Date Placeholder 3">
            <a:extLst>
              <a:ext uri="{131784C9-DBE3-4011-AE2D-FD543AFD5031}">
                <a16:creationId xmlns:a16="http://schemas.microsoft.com/office/drawing/2010/main" id="{F191764F-F046-43AA-A594-C7DC03EF4118}"/>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D08C1935-5FBC-40CF-B066-4763E80A5682}"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6" name="Footer Placeholder 4">
            <a:extLst>
              <a:ext uri="{8C44CCA9-1EC4-4ACD-AFB0-0CE5409D0D53}">
                <a16:creationId xmlns:a16="http://schemas.microsoft.com/office/drawing/2010/main" id="{74B2D128-449D-4126-8898-32E78E97829F}"/>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5">
            <a:extLst>
              <a:ext uri="{B654B330-136D-49E8-BE2E-867AFA0EB4B9}">
                <a16:creationId xmlns:a16="http://schemas.microsoft.com/office/drawing/2010/main" id="{2787106F-C2F8-4712-9CEC-523711F37D5E}"/>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0F1208E2-C8E4-45C1-9ED6-0B4BA5F2F87A}" type="slidenum"/>
            <a:endParaRPr b="1" dirty="0" lang="en-US">
              <a:solidFill>
                <a:schemeClr val="accent1"/>
              </a:solidFill>
              <a:latin typeface="+mn-lt"/>
            </a:endParaRPr>
          </a:p>
        </p:txBody>
      </p:sp>
    </p:spTree>
    <p:extLst>
      <p:ext uri="{16AEF688-5171-43E2-8D49-43E108B7EBFA}">
        <p14:creationId xmlns:p14="http://schemas.microsoft.com/office/powerpoint/2010/main" val="1770999092299"/>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Title 9">
            <a:extLst>
              <a:ext uri="{3DFB59B1-0671-45DB-9E9E-552971C68CED}">
                <a16:creationId xmlns:a16="http://schemas.microsoft.com/office/drawing/2010/main" id="{7547E5E6-8472-4743-8335-E23F13C9BC24}"/>
              </a:ext>
            </a:extLst>
          </p:cNvPr>
          <p:cNvSpPr>
            <a:spLocks noGrp="true"/>
          </p:cNvSpPr>
          <p:nvPr>
            <p:ph type="title"/>
          </p:nvPr>
        </p:nvSpPr>
        <p:spPr/>
        <p:txBody>
          <a:bodyPr rtlCol="0"/>
          <a:lstStyle/>
          <a:p>
            <a:pPr/>
            <a:r>
              <a:rPr dirty="0" lang="en-US"/>
              <a:t>Click to edit Master title style</a:t>
            </a:r>
            <a:endParaRPr dirty="0" lang="en-US"/>
          </a:p>
        </p:txBody>
      </p:sp>
      <p:sp>
        <p:nvSpPr>
          <p:cNvPr id="3" name="Text Placeholder 2">
            <a:extLst>
              <a:ext uri="{37E45ECD-2483-461F-8579-5A47A1CF8A6D}">
                <a16:creationId xmlns:a16="http://schemas.microsoft.com/office/drawing/2010/main" id="{0835D6DA-1033-40AF-B320-3A1B80023478}"/>
              </a:ext>
            </a:extLst>
          </p:cNvPr>
          <p:cNvSpPr>
            <a:spLocks noGrp="true"/>
          </p:cNvSpPr>
          <p:nvPr>
            <p:ph idx="1" type="body"/>
          </p:nvPr>
        </p:nvSpPr>
        <p:spPr>
          <a:xfrm rot="0">
            <a:off x="5801868" y="1535379"/>
            <a:ext cx="5212079" cy="1211580"/>
          </a:xfrm>
        </p:spPr>
        <p:txBody>
          <a:bodyPr anchor="b" rtlCol="0">
            <a:normAutofit/>
          </a:bodyPr>
          <a:lstStyle>
            <a:lvl1pPr indent="0" lvl="0" marL="0">
              <a:spcBef>
                <a:spcPct val="0"/>
              </a:spcBef>
              <a:buNone/>
              <a:defRPr b="1" dirty="0" lang="en-US" sz="3000">
                <a:solidFill>
                  <a:schemeClr val="tx1">
                    <a:lumMod val="65000"/>
                    <a:lumOff val="35000"/>
                  </a:schemeClr>
                </a:solidFill>
                <a:latin typeface="+mn-lt"/>
              </a:defRPr>
            </a:lvl1pPr>
            <a:lvl2pPr indent="0" lvl="1" marL="685800">
              <a:buNone/>
              <a:defRPr b="1" dirty="0" lang="en-US" sz="3000">
                <a:latin typeface="+mn-lt"/>
              </a:defRPr>
            </a:lvl2pPr>
            <a:lvl3pPr indent="0" lvl="2" marL="1371600">
              <a:buNone/>
              <a:defRPr b="1" dirty="0" lang="en-US" sz="2700">
                <a:latin typeface="+mn-lt"/>
              </a:defRPr>
            </a:lvl3pPr>
            <a:lvl4pPr indent="0" lvl="3" marL="2057400">
              <a:buNone/>
              <a:defRPr b="1" dirty="0" lang="en-US" sz="2400">
                <a:latin typeface="+mn-lt"/>
              </a:defRPr>
            </a:lvl4pPr>
            <a:lvl5pPr indent="0" lvl="4" marL="2743200">
              <a:buNone/>
              <a:defRPr b="1" dirty="0" lang="en-US" sz="2400">
                <a:latin typeface="+mn-lt"/>
              </a:defRPr>
            </a:lvl5pPr>
            <a:lvl6pPr indent="0" lvl="5" marL="3429000">
              <a:buNone/>
              <a:defRPr b="1" dirty="0" lang="en-US" sz="2400">
                <a:latin typeface="+mn-lt"/>
              </a:defRPr>
            </a:lvl6pPr>
            <a:lvl7pPr indent="0" lvl="6" marL="4114800">
              <a:buNone/>
              <a:defRPr b="1" dirty="0" lang="en-US" sz="2400">
                <a:latin typeface="+mn-lt"/>
              </a:defRPr>
            </a:lvl7pPr>
            <a:lvl8pPr indent="0" lvl="7" marL="4800600">
              <a:buNone/>
              <a:defRPr b="1" dirty="0" lang="en-US" sz="2400">
                <a:latin typeface="+mn-lt"/>
              </a:defRPr>
            </a:lvl8pPr>
            <a:lvl9pPr indent="0" lvl="8" marL="5486400">
              <a:buNone/>
              <a:defRPr b="1" dirty="0" lang="en-US" sz="2400">
                <a:latin typeface="+mn-lt"/>
              </a:defRPr>
            </a:lvl9pPr>
          </a:lstStyle>
          <a:p>
            <a:pPr lvl="0"/>
            <a:r>
              <a:rPr dirty="0" lang="en-US"/>
              <a:t>Click to edit Master text styles</a:t>
            </a:r>
            <a:endParaRPr dirty="0" lang="en-US"/>
          </a:p>
        </p:txBody>
      </p:sp>
      <p:sp>
        <p:nvSpPr>
          <p:cNvPr id="4" name="Content Placeholder 3">
            <a:extLst>
              <a:ext uri="{1EB4C4F9-A9C2-40BC-ABFA-0068B1211976}">
                <a16:creationId xmlns:a16="http://schemas.microsoft.com/office/drawing/2010/main" id="{60603508-42C2-4E38-BDF6-A07A29285E2E}"/>
              </a:ext>
            </a:extLst>
          </p:cNvPr>
          <p:cNvSpPr>
            <a:spLocks noGrp="true"/>
          </p:cNvSpPr>
          <p:nvPr>
            <p:ph idx="2"/>
          </p:nvPr>
        </p:nvSpPr>
        <p:spPr>
          <a:xfrm rot="0">
            <a:off x="5801868" y="2896404"/>
            <a:ext cx="5212079" cy="6035040"/>
          </a:xfrm>
        </p:spPr>
        <p:txBody>
          <a:bodyPr rtlCol="0"/>
          <a:lstStyle>
            <a:lvl1pPr lvl="0">
              <a:defRPr dirty="0" lang="en-US" sz="3000"/>
            </a:lvl1pPr>
            <a:lvl2pPr lvl="1">
              <a:defRPr dirty="0" lang="en-US" sz="2700"/>
            </a:lvl2pPr>
            <a:lvl3pPr lvl="2">
              <a:defRPr dirty="0" lang="en-US" sz="2400"/>
            </a:lvl3pPr>
            <a:lvl4pPr lvl="3">
              <a:defRPr dirty="0" lang="en-US" sz="2100"/>
            </a:lvl4pPr>
            <a:lvl5pPr lvl="4">
              <a:defRPr dirty="0" lang="en-US" sz="2100"/>
            </a:lvl5pPr>
            <a:lvl6pPr lvl="5">
              <a:defRPr dirty="0" lang="en-US" sz="2100"/>
            </a:lvl6pPr>
            <a:lvl7pPr lvl="6">
              <a:defRPr dirty="0" lang="en-US" sz="2100"/>
            </a:lvl7pPr>
            <a:lvl8pPr lvl="7">
              <a:defRPr dirty="0" lang="en-US" sz="2100"/>
            </a:lvl8pPr>
            <a:lvl9pPr lvl="8">
              <a:defRPr dirty="0" lang="en-US" sz="21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Text Placeholder 4">
            <a:extLst>
              <a:ext uri="{57F3E6D3-8A33-4C56-891E-F66708CDCC64}">
                <a16:creationId xmlns:a16="http://schemas.microsoft.com/office/drawing/2010/main" id="{CDD92B71-5EF5-4DF0-B694-5CD68D1B761A}"/>
              </a:ext>
            </a:extLst>
          </p:cNvPr>
          <p:cNvSpPr>
            <a:spLocks noGrp="true"/>
          </p:cNvSpPr>
          <p:nvPr>
            <p:ph idx="3" type="body"/>
          </p:nvPr>
        </p:nvSpPr>
        <p:spPr>
          <a:xfrm rot="0">
            <a:off x="11727696" y="1535380"/>
            <a:ext cx="5212079" cy="1219757"/>
          </a:xfrm>
        </p:spPr>
        <p:txBody>
          <a:bodyPr anchor="b" rtlCol="0">
            <a:normAutofit/>
          </a:bodyPr>
          <a:lstStyle>
            <a:lvl1pPr indent="0" lvl="0" marL="0">
              <a:spcBef>
                <a:spcPct val="0"/>
              </a:spcBef>
              <a:buNone/>
              <a:defRPr b="1" dirty="0" lang="en-US" sz="3000">
                <a:solidFill>
                  <a:schemeClr val="tx1">
                    <a:lumMod val="65000"/>
                    <a:lumOff val="35000"/>
                  </a:schemeClr>
                </a:solidFill>
                <a:latin typeface="+mn-lt"/>
              </a:defRPr>
            </a:lvl1pPr>
            <a:lvl2pPr indent="0" lvl="1" marL="685800">
              <a:buNone/>
              <a:defRPr b="1" dirty="0" lang="en-US" sz="3000">
                <a:latin typeface="+mn-lt"/>
              </a:defRPr>
            </a:lvl2pPr>
            <a:lvl3pPr indent="0" lvl="2" marL="1371600">
              <a:buNone/>
              <a:defRPr b="1" dirty="0" lang="en-US" sz="2700">
                <a:latin typeface="+mn-lt"/>
              </a:defRPr>
            </a:lvl3pPr>
            <a:lvl4pPr indent="0" lvl="3" marL="2057400">
              <a:buNone/>
              <a:defRPr b="1" dirty="0" lang="en-US" sz="2400">
                <a:latin typeface="+mn-lt"/>
              </a:defRPr>
            </a:lvl4pPr>
            <a:lvl5pPr indent="0" lvl="4" marL="2743200">
              <a:buNone/>
              <a:defRPr b="1" dirty="0" lang="en-US" sz="2400">
                <a:latin typeface="+mn-lt"/>
              </a:defRPr>
            </a:lvl5pPr>
            <a:lvl6pPr indent="0" lvl="5" marL="3429000">
              <a:buNone/>
              <a:defRPr b="1" dirty="0" lang="en-US" sz="2400">
                <a:latin typeface="+mn-lt"/>
              </a:defRPr>
            </a:lvl6pPr>
            <a:lvl7pPr indent="0" lvl="6" marL="4114800">
              <a:buNone/>
              <a:defRPr b="1" dirty="0" lang="en-US" sz="2400">
                <a:latin typeface="+mn-lt"/>
              </a:defRPr>
            </a:lvl7pPr>
            <a:lvl8pPr indent="0" lvl="7" marL="4800600">
              <a:buNone/>
              <a:defRPr b="1" dirty="0" lang="en-US" sz="2400">
                <a:latin typeface="+mn-lt"/>
              </a:defRPr>
            </a:lvl8pPr>
            <a:lvl9pPr indent="0" lvl="8" marL="5486400">
              <a:buNone/>
              <a:defRPr b="1" dirty="0" lang="en-US" sz="2400">
                <a:latin typeface="+mn-lt"/>
              </a:defRPr>
            </a:lvl9pPr>
          </a:lstStyle>
          <a:p>
            <a:pPr lvl="0"/>
            <a:r>
              <a:rPr dirty="0" lang="en-US"/>
              <a:t>Click to edit Master text styles</a:t>
            </a:r>
            <a:endParaRPr dirty="0" lang="en-US"/>
          </a:p>
        </p:txBody>
      </p:sp>
      <p:sp>
        <p:nvSpPr>
          <p:cNvPr id="6" name="Content Placeholder 5">
            <a:extLst>
              <a:ext uri="{5EB31D5E-C89E-4431-8CD7-9ABE7FCEF2E4}">
                <a16:creationId xmlns:a16="http://schemas.microsoft.com/office/drawing/2010/main" id="{E5E19D1D-22FD-4075-B410-AD456DED2CA8}"/>
              </a:ext>
            </a:extLst>
          </p:cNvPr>
          <p:cNvSpPr>
            <a:spLocks noGrp="true"/>
          </p:cNvSpPr>
          <p:nvPr>
            <p:ph idx="4"/>
          </p:nvPr>
        </p:nvSpPr>
        <p:spPr>
          <a:xfrm rot="0">
            <a:off x="11727696" y="2896404"/>
            <a:ext cx="5212079" cy="6035040"/>
          </a:xfrm>
        </p:spPr>
        <p:txBody>
          <a:bodyPr rtlCol="0"/>
          <a:lstStyle>
            <a:lvl1pPr lvl="0">
              <a:defRPr dirty="0" lang="en-US" sz="3000"/>
            </a:lvl1pPr>
            <a:lvl2pPr lvl="1">
              <a:defRPr dirty="0" lang="en-US" sz="2700"/>
            </a:lvl2pPr>
            <a:lvl3pPr lvl="2">
              <a:defRPr dirty="0" lang="en-US" sz="2400"/>
            </a:lvl3pPr>
            <a:lvl4pPr lvl="3">
              <a:defRPr dirty="0" lang="en-US" sz="2100"/>
            </a:lvl4pPr>
            <a:lvl5pPr lvl="4">
              <a:defRPr dirty="0" lang="en-US" sz="2100"/>
            </a:lvl5pPr>
            <a:lvl6pPr lvl="5">
              <a:defRPr dirty="0" lang="en-US" sz="2100"/>
            </a:lvl6pPr>
            <a:lvl7pPr lvl="6">
              <a:defRPr dirty="0" lang="en-US" sz="2100"/>
            </a:lvl7pPr>
            <a:lvl8pPr lvl="7">
              <a:defRPr dirty="0" lang="en-US" sz="2100"/>
            </a:lvl8pPr>
            <a:lvl9pPr lvl="8">
              <a:defRPr dirty="0" lang="en-US" sz="21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Date Placeholder 3">
            <a:extLst>
              <a:ext uri="{63A6BA3E-1217-4681-8431-6F073AA3C14A}">
                <a16:creationId xmlns:a16="http://schemas.microsoft.com/office/drawing/2010/main" id="{C50E1610-D78C-4702-9895-10463DE610AC}"/>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5DC55390-95AC-4878-AA7E-12615F816B43}"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8" name="Footer Placeholder 4">
            <a:extLst>
              <a:ext uri="{AFFE58F2-0D7B-41CC-A90D-093B619EC1E0}">
                <a16:creationId xmlns:a16="http://schemas.microsoft.com/office/drawing/2010/main" id="{FDC10705-1F8E-409E-A833-B6C7D33273CC}"/>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Slide Number Placeholder 5">
            <a:extLst>
              <a:ext uri="{EA60E748-4057-47EA-B8AA-E7AF0FDBB37A}">
                <a16:creationId xmlns:a16="http://schemas.microsoft.com/office/drawing/2010/main" id="{9CA80C6C-9DB4-4F4D-8603-3AF659D4D79B}"/>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36CA897A-856A-45A9-B66B-5410B1C3605F}" type="slidenum"/>
            <a:endParaRPr b="1" dirty="0" lang="en-US">
              <a:solidFill>
                <a:schemeClr val="accent1"/>
              </a:solidFill>
              <a:latin typeface="+mn-lt"/>
            </a:endParaRPr>
          </a:p>
        </p:txBody>
      </p:sp>
    </p:spTree>
    <p:extLst>
      <p:ext uri="{684E4E93-04C7-4AD5-8F2F-29BFFF949EA4}">
        <p14:creationId xmlns:p14="http://schemas.microsoft.com/office/powerpoint/2010/main" val="1770999092300"/>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Title 5">
            <a:extLst>
              <a:ext uri="{0205559D-9A08-4A01-B8BE-EDA81A05F8D9}">
                <a16:creationId xmlns:a16="http://schemas.microsoft.com/office/drawing/2010/main" id="{267C8001-A580-4306-BE3A-861631989640}"/>
              </a:ext>
            </a:extLst>
          </p:cNvPr>
          <p:cNvSpPr>
            <a:spLocks noGrp="true"/>
          </p:cNvSpPr>
          <p:nvPr>
            <p:ph type="title"/>
          </p:nvPr>
        </p:nvSpPr>
        <p:spPr/>
        <p:txBody>
          <a:bodyPr rtlCol="0"/>
          <a:lstStyle/>
          <a:p>
            <a:pPr/>
            <a:r>
              <a:rPr dirty="0" lang="en-US"/>
              <a:t>Click to edit Master title style</a:t>
            </a:r>
            <a:endParaRPr dirty="0" lang="en-US"/>
          </a:p>
        </p:txBody>
      </p:sp>
      <p:sp>
        <p:nvSpPr>
          <p:cNvPr id="3" name="Date Placeholder 3">
            <a:extLst>
              <a:ext uri="{B48F7D2F-EAB8-4449-B4E1-84B32000FB10}">
                <a16:creationId xmlns:a16="http://schemas.microsoft.com/office/drawing/2010/main" id="{275D0FA4-AFE5-43D2-ADA9-EBB87E2CCB98}"/>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430A4D53-F5A0-472C-A327-2F2E08CA636D}"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Footer Placeholder 4">
            <a:extLst>
              <a:ext uri="{8EEFFA8F-94D1-4BFA-A751-FABC1B8D8D43}">
                <a16:creationId xmlns:a16="http://schemas.microsoft.com/office/drawing/2010/main" id="{44CFD855-477F-4E05-8AF5-E36C2B1FE0FD}"/>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5" name="Slide Number Placeholder 5">
            <a:extLst>
              <a:ext uri="{EAC5E967-8C5D-4F56-9600-1D08CC3F3007}">
                <a16:creationId xmlns:a16="http://schemas.microsoft.com/office/drawing/2010/main" id="{B1969C4F-3936-4279-B7A1-86FC1516EBC7}"/>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05F5F698-D63C-4554-A596-941401E73AD7}" type="slidenum"/>
            <a:endParaRPr b="1" dirty="0" lang="en-US">
              <a:solidFill>
                <a:schemeClr val="accent1"/>
              </a:solidFill>
              <a:latin typeface="+mn-lt"/>
            </a:endParaRPr>
          </a:p>
        </p:txBody>
      </p:sp>
    </p:spTree>
    <p:extLst>
      <p:ext uri="{F05D640E-ED20-4407-BB3B-5D2993CE23C5}">
        <p14:creationId xmlns:p14="http://schemas.microsoft.com/office/powerpoint/2010/main" val="1770999092301"/>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false" type="blank">
  <p:cSld name="Blank">
    <p:bg>
      <p:bgPr>
        <a:solidFill>
          <a:schemeClr val="bg1"/>
        </a:solidFill>
        <a:effectLst/>
      </p:bgPr>
    </p:bg>
    <p:spTree>
      <p:nvGrpSpPr>
        <p:cNvPr id="1" name=""/>
        <p:cNvGrpSpPr/>
        <p:nvPr/>
      </p:nvGrpSpPr>
      <p:grpSpPr>
        <a:xfrm>
          <a:off x="0" y="0"/>
          <a:ext cx="0" cy="0"/>
          <a:chOff x="0" y="0"/>
          <a:chExt cx="0" cy="0"/>
        </a:xfrm>
      </p:grpSpPr>
      <p:pic>
        <p:nvPicPr>
          <p:cNvPr id="2" name="Picture 8" title="">
            <a:extLst>
              <a:ext uri="{50F06EBE-6D14-4A2E-8490-10D4EE72F98D}">
                <a16:creationId xmlns:a16="http://schemas.microsoft.com/office/drawing/2010/main" id="{F6014803-4E06-45B7-86EF-72B45DE7C4D4}"/>
              </a:ext>
            </a:extLst>
          </p:cNvPr>
          <p:cNvPicPr>
            <a:picLocks noChangeAspect="true"/>
          </p:cNvPicPr>
          <p:nvPr/>
        </p:nvPicPr>
        <p:blipFill>
          <a:blip r:embed="rId2"/>
          <a:stretch>
            <a:fillRect/>
          </a:stretch>
        </p:blipFill>
        <p:spPr>
          <a:xfrm rot="0">
            <a:off x="16078200" y="204788"/>
            <a:ext cx="1322387" cy="1322387"/>
          </a:xfrm>
          <a:prstGeom prst="rect">
            <a:avLst/>
          </a:prstGeom>
          <a:noFill/>
          <a:ln>
            <a:noFill/>
            <a:miter lim="800000"/>
          </a:ln>
        </p:spPr>
      </p:pic>
      <p:sp>
        <p:nvSpPr>
          <p:cNvPr id="3" name="Date Placeholder 4">
            <a:extLst>
              <a:ext uri="{8FC5F82C-B69B-47A8-A52A-7BF43AFEE44F}">
                <a16:creationId xmlns:a16="http://schemas.microsoft.com/office/drawing/2010/main" id="{EF7FFA79-D838-4785-8606-C625BC7E2D5F}"/>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fld id="{9C09FE48-2210-4E40-B258-EA6A4C310CBA}"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Footer Placeholder 5">
            <a:extLst>
              <a:ext uri="{A5DFA05E-73BA-48D0-9AC1-1BD9B99220F0}">
                <a16:creationId xmlns:a16="http://schemas.microsoft.com/office/drawing/2010/main" id="{A62E9674-41BB-4A0D-8971-3A8C9A55012D}"/>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5" name="Slide Number Placeholder 6">
            <a:extLst>
              <a:ext uri="{B77B396F-3B25-474C-AA3E-D67FB892FC5B}">
                <a16:creationId xmlns:a16="http://schemas.microsoft.com/office/drawing/2010/main" id="{C0F65A18-F981-4412-9591-C24F7CC97EF5}"/>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206FAB3D-3602-437D-B6FA-7D1FD8FDCB04}" type="slidenum"/>
            <a:endParaRPr b="1" dirty="0" lang="en-US">
              <a:solidFill>
                <a:schemeClr val="accent1"/>
              </a:solidFill>
              <a:latin typeface="+mn-lt"/>
            </a:endParaRPr>
          </a:p>
        </p:txBody>
      </p:sp>
    </p:spTree>
    <p:extLst>
      <p:ext uri="{32175E9A-DDB8-411F-85E5-7E1C6AA223A1}">
        <p14:creationId xmlns:p14="http://schemas.microsoft.com/office/powerpoint/2010/main" val="1770999092302"/>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Tx">
  <p:cSld name="Content with Caption">
    <p:spTree>
      <p:nvGrpSpPr>
        <p:cNvPr id="1" name=""/>
        <p:cNvGrpSpPr/>
        <p:nvPr/>
      </p:nvGrpSpPr>
      <p:grpSpPr>
        <a:xfrm>
          <a:off x="0" y="0"/>
          <a:ext cx="0" cy="0"/>
          <a:chOff x="0" y="0"/>
          <a:chExt cx="0" cy="0"/>
        </a:xfrm>
      </p:grpSpPr>
      <p:sp>
        <p:nvSpPr>
          <p:cNvPr id="2" name="Title 1">
            <a:extLst>
              <a:ext uri="{E45A3E63-36DF-47D9-9898-395713D206FE}">
                <a16:creationId xmlns:a16="http://schemas.microsoft.com/office/drawing/2010/main" id="{DB7E0938-6589-48C2-B792-0C04FC4738F0}"/>
              </a:ext>
            </a:extLst>
          </p:cNvPr>
          <p:cNvSpPr>
            <a:spLocks noGrp="true"/>
          </p:cNvSpPr>
          <p:nvPr>
            <p:ph type="title"/>
          </p:nvPr>
        </p:nvSpPr>
        <p:spPr>
          <a:xfrm rot="0">
            <a:off x="384048" y="1714500"/>
            <a:ext cx="4251960" cy="3566160"/>
          </a:xfrm>
        </p:spPr>
        <p:txBody>
          <a:bodyPr anchor="b" rtlCol="0"/>
          <a:lstStyle>
            <a:lvl1pPr lvl="0">
              <a:defRPr b="0" baseline="0" dirty="0" lang="en-US" sz="4800">
                <a:latin typeface="+mj-lt"/>
              </a:defRPr>
            </a:lvl1pPr>
          </a:lstStyle>
          <a:p>
            <a:pPr/>
            <a:r>
              <a:rPr dirty="0" lang="en-US"/>
              <a:t>Click to edit Master title style</a:t>
            </a:r>
            <a:endParaRPr dirty="0" lang="en-US"/>
          </a:p>
        </p:txBody>
      </p:sp>
      <p:sp>
        <p:nvSpPr>
          <p:cNvPr id="3" name="Content Placeholder 2">
            <a:extLst>
              <a:ext uri="{4B988E6C-CE4D-4F25-85FB-44419A9F1A2A}">
                <a16:creationId xmlns:a16="http://schemas.microsoft.com/office/drawing/2010/main" id="{42CCF3E6-8ECD-4005-BB5B-9D55631A5CD8}"/>
              </a:ext>
            </a:extLst>
          </p:cNvPr>
          <p:cNvSpPr>
            <a:spLocks noGrp="true"/>
          </p:cNvSpPr>
          <p:nvPr>
            <p:ph idx="1"/>
          </p:nvPr>
        </p:nvSpPr>
        <p:spPr>
          <a:xfrm rot="0">
            <a:off x="5801868" y="1303019"/>
            <a:ext cx="10972800" cy="7680959"/>
          </a:xfrm>
        </p:spPr>
        <p:txBody>
          <a:bodyPr rtlCol="0"/>
          <a:lstStyle>
            <a:lvl1pPr lvl="0">
              <a:defRPr dirty="0" lang="en-US" sz="3000"/>
            </a:lvl1pPr>
            <a:lvl2pPr lvl="1">
              <a:defRPr dirty="0" lang="en-US" sz="2700"/>
            </a:lvl2pPr>
            <a:lvl3pPr lvl="2">
              <a:defRPr dirty="0" lang="en-US" sz="2400"/>
            </a:lvl3pPr>
            <a:lvl4pPr lvl="3">
              <a:defRPr dirty="0" lang="en-US" sz="2100"/>
            </a:lvl4pPr>
            <a:lvl5pPr lvl="4">
              <a:defRPr dirty="0" lang="en-US" sz="2100"/>
            </a:lvl5pPr>
            <a:lvl6pPr lvl="5">
              <a:defRPr dirty="0" lang="en-US" sz="2100"/>
            </a:lvl6pPr>
            <a:lvl7pPr lvl="6">
              <a:defRPr dirty="0" lang="en-US" sz="2100"/>
            </a:lvl7pPr>
            <a:lvl8pPr lvl="7">
              <a:defRPr dirty="0" lang="en-US" sz="2100"/>
            </a:lvl8pPr>
            <a:lvl9pPr lvl="8">
              <a:defRPr dirty="0" lang="en-US" sz="2100"/>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Text Placeholder 3">
            <a:extLst>
              <a:ext uri="{A2175902-03AA-41B5-A7BE-70B4D2B4B5EA}">
                <a16:creationId xmlns:a16="http://schemas.microsoft.com/office/drawing/2010/main" id="{AB29C331-AD58-4EFD-BF30-5739DFFDC997}"/>
              </a:ext>
            </a:extLst>
          </p:cNvPr>
          <p:cNvSpPr>
            <a:spLocks noGrp="true"/>
          </p:cNvSpPr>
          <p:nvPr>
            <p:ph idx="2" type="body"/>
          </p:nvPr>
        </p:nvSpPr>
        <p:spPr>
          <a:xfrm rot="0">
            <a:off x="384048" y="5241263"/>
            <a:ext cx="4251960" cy="3482985"/>
          </a:xfrm>
        </p:spPr>
        <p:txBody>
          <a:bodyPr anchor="t" rtlCol="0">
            <a:normAutofit/>
          </a:bodyPr>
          <a:lstStyle>
            <a:lvl1pPr indent="0" lvl="0" marL="0">
              <a:lnSpc>
                <a:spcPct val="100000"/>
              </a:lnSpc>
              <a:buNone/>
              <a:defRPr dirty="0" lang="en-US" sz="2100">
                <a:solidFill>
                  <a:srgbClr val="ffffff"/>
                </a:solidFill>
              </a:defRPr>
            </a:lvl1pPr>
            <a:lvl2pPr indent="0" lvl="1" marL="685800">
              <a:buNone/>
              <a:defRPr dirty="0" lang="en-US" sz="1800"/>
            </a:lvl2pPr>
            <a:lvl3pPr indent="0" lvl="2" marL="1371600">
              <a:buNone/>
              <a:defRPr dirty="0" lang="en-US" sz="1500"/>
            </a:lvl3pPr>
            <a:lvl4pPr indent="0" lvl="3" marL="2057400">
              <a:buNone/>
              <a:defRPr dirty="0" lang="en-US" sz="1350"/>
            </a:lvl4pPr>
            <a:lvl5pPr indent="0" lvl="4" marL="2743200">
              <a:buNone/>
              <a:defRPr dirty="0" lang="en-US" sz="1350"/>
            </a:lvl5pPr>
            <a:lvl6pPr indent="0" lvl="5" marL="3429000">
              <a:buNone/>
              <a:defRPr dirty="0" lang="en-US" sz="1350"/>
            </a:lvl6pPr>
            <a:lvl7pPr indent="0" lvl="6" marL="4114800">
              <a:buNone/>
              <a:defRPr dirty="0" lang="en-US" sz="1350"/>
            </a:lvl7pPr>
            <a:lvl8pPr indent="0" lvl="7" marL="4800600">
              <a:buNone/>
              <a:defRPr dirty="0" lang="en-US" sz="1350"/>
            </a:lvl8pPr>
            <a:lvl9pPr indent="0" lvl="8" marL="5486400">
              <a:buNone/>
              <a:defRPr dirty="0" lang="en-US" sz="1350"/>
            </a:lvl9pPr>
          </a:lstStyle>
          <a:p>
            <a:pPr lvl="0"/>
            <a:r>
              <a:rPr dirty="0" lang="en-US"/>
              <a:t>Click to edit Master text styles</a:t>
            </a:r>
            <a:endParaRPr dirty="0" lang="en-US"/>
          </a:p>
        </p:txBody>
      </p:sp>
      <p:sp>
        <p:nvSpPr>
          <p:cNvPr id="5" name="Date Placeholder 3">
            <a:extLst>
              <a:ext uri="{4C2CE51D-172F-4DFF-821C-3D878136511D}">
                <a16:creationId xmlns:a16="http://schemas.microsoft.com/office/drawing/2010/main" id="{9897A08F-55E7-45F6-847D-492CF03D887D}"/>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B49A6DAE-A3D2-4806-9FD4-32655E470808}"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6" name="Footer Placeholder 4">
            <a:extLst>
              <a:ext uri="{F8737218-4B98-40DF-8822-B00837DE9C1F}">
                <a16:creationId xmlns:a16="http://schemas.microsoft.com/office/drawing/2010/main" id="{2937638E-4FDE-4440-BBBB-C641F75DF3C8}"/>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5">
            <a:extLst>
              <a:ext uri="{C56928F6-5AD2-4B0B-AFCD-2092BAE47E1D}">
                <a16:creationId xmlns:a16="http://schemas.microsoft.com/office/drawing/2010/main" id="{A57C80F4-4391-4329-9F23-E63B5FEFEC26}"/>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30518258-F624-4BC1-97CD-E8CC1B27A3AF}" type="slidenum"/>
            <a:endParaRPr b="1" dirty="0" lang="en-US">
              <a:solidFill>
                <a:schemeClr val="accent1"/>
              </a:solidFill>
              <a:latin typeface="+mn-lt"/>
            </a:endParaRPr>
          </a:p>
        </p:txBody>
      </p:sp>
    </p:spTree>
    <p:extLst>
      <p:ext uri="{9E9343A4-9696-43A3-98DD-87E690C7842C}">
        <p14:creationId xmlns:p14="http://schemas.microsoft.com/office/powerpoint/2010/main" val="1770999092303"/>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a:extLst>
              <a:ext uri="{D6A71367-AB3A-4EE5-A967-CCC0F4BE5E2F}">
                <a16:creationId xmlns:a16="http://schemas.microsoft.com/office/drawing/2010/main" id="{2C1D5606-2BC3-4C4A-8076-1BEB17C3E129}"/>
              </a:ext>
            </a:extLst>
          </p:cNvPr>
          <p:cNvSpPr>
            <a:spLocks noGrp="true"/>
          </p:cNvSpPr>
          <p:nvPr>
            <p:ph type="title"/>
          </p:nvPr>
        </p:nvSpPr>
        <p:spPr>
          <a:xfrm rot="0">
            <a:off x="384048" y="1714500"/>
            <a:ext cx="4251960" cy="3566160"/>
          </a:xfrm>
        </p:spPr>
        <p:txBody>
          <a:bodyPr anchor="b" rtlCol="0"/>
          <a:lstStyle>
            <a:lvl1pPr lvl="0">
              <a:defRPr b="0" dirty="0" lang="en-US" sz="4800">
                <a:latin typeface="+mj-lt"/>
              </a:defRPr>
            </a:lvl1pPr>
          </a:lstStyle>
          <a:p>
            <a:pPr/>
            <a:r>
              <a:rPr dirty="0" lang="en-US"/>
              <a:t>Click to edit Master title style</a:t>
            </a:r>
            <a:endParaRPr dirty="0" lang="en-US"/>
          </a:p>
        </p:txBody>
      </p:sp>
      <p:sp>
        <p:nvSpPr>
          <p:cNvPr id="3" name="Picture Placeholder 2">
            <a:extLst>
              <a:ext uri="{C93A8750-2C1F-4017-9D73-DBCCB16A428B}">
                <a16:creationId xmlns:a16="http://schemas.microsoft.com/office/drawing/2010/main" id="{3E4029A4-AFBC-492B-97DB-BD3589E7C9D2}"/>
              </a:ext>
            </a:extLst>
          </p:cNvPr>
          <p:cNvSpPr>
            <a:spLocks noChangeAspect="true" noGrp="true"/>
          </p:cNvSpPr>
          <p:nvPr>
            <p:ph idx="1" type="pic"/>
          </p:nvPr>
        </p:nvSpPr>
        <p:spPr>
          <a:xfrm rot="0">
            <a:off x="5355966" y="1151129"/>
            <a:ext cx="12172845" cy="7996428"/>
          </a:xfrm>
          <a:solidFill>
            <a:schemeClr val="bg1">
              <a:lumMod val="75000"/>
            </a:schemeClr>
          </a:solidFill>
        </p:spPr>
        <p:txBody>
          <a:bodyPr anchor="t" bIns="45720" lIns="91440" numCol="1" rIns="91440" rtlCol="0" tIns="45720" vert="horz" wrap="square">
            <a:normAutofit/>
          </a:bodyPr>
          <a:lstStyle>
            <a:lvl1pPr indent="0" lvl="0" marL="0">
              <a:buNone/>
              <a:defRPr dirty="0" lang="en-US" sz="4800"/>
            </a:lvl1pPr>
            <a:lvl2pPr indent="0" lvl="1" marL="685800">
              <a:buNone/>
              <a:defRPr dirty="0" lang="en-US" sz="4200"/>
            </a:lvl2pPr>
            <a:lvl3pPr indent="0" lvl="2" marL="1371600">
              <a:buNone/>
              <a:defRPr dirty="0" lang="en-US" sz="3600"/>
            </a:lvl3pPr>
            <a:lvl4pPr indent="0" lvl="3" marL="2057400">
              <a:buNone/>
              <a:defRPr dirty="0" lang="en-US" sz="3000"/>
            </a:lvl4pPr>
            <a:lvl5pPr indent="0" lvl="4" marL="2743200">
              <a:buNone/>
              <a:defRPr dirty="0" lang="en-US" sz="3000"/>
            </a:lvl5pPr>
            <a:lvl6pPr indent="0" lvl="5" marL="3429000">
              <a:buNone/>
              <a:defRPr dirty="0" lang="en-US" sz="3000"/>
            </a:lvl6pPr>
            <a:lvl7pPr indent="0" lvl="6" marL="4114800">
              <a:buNone/>
              <a:defRPr dirty="0" lang="en-US" sz="3000"/>
            </a:lvl7pPr>
            <a:lvl8pPr indent="0" lvl="7" marL="4800600">
              <a:buNone/>
              <a:defRPr dirty="0" lang="en-US" sz="3000"/>
            </a:lvl8pPr>
            <a:lvl9pPr indent="0" lvl="8" marL="5486400">
              <a:buNone/>
              <a:defRPr dirty="0" lang="en-US" sz="3000"/>
            </a:lvl9pPr>
          </a:lstStyle>
          <a:p>
            <a:pPr algn="l" indent="0" lvl="0" marL="0" marR="0" rtl="false">
              <a:lnSpc>
                <a:spcPct val="90000"/>
              </a:lnSpc>
              <a:spcBef>
                <a:spcPts val="1800"/>
              </a:spcBef>
              <a:spcAft>
                <a:spcPct val="0"/>
              </a:spcAft>
              <a:buNone/>
            </a:pPr>
            <a:r>
              <a:rPr b="0" baseline="0" cap="none" dirty="0" i="0" lang="en-US" spc="0" strike="noStrike" sz="4800" u="none">
                <a:ln>
                  <a:noFill/>
                </a:ln>
                <a:solidFill>
                  <a:srgbClr val="595959"/>
                </a:solidFill>
                <a:latin typeface="+mn-lt"/>
              </a:rPr>
              <a:t>Click icon to add picture</a:t>
            </a:r>
            <a:endParaRPr b="0" baseline="0" cap="none" dirty="0" i="0" lang="en-US" spc="0" strike="noStrike" sz="4800" u="none">
              <a:ln>
                <a:noFill/>
              </a:ln>
              <a:solidFill>
                <a:srgbClr val="595959"/>
              </a:solidFill>
              <a:latin typeface="+mn-lt"/>
            </a:endParaRPr>
          </a:p>
        </p:txBody>
      </p:sp>
      <p:sp>
        <p:nvSpPr>
          <p:cNvPr id="4" name="Text Placeholder 3">
            <a:extLst>
              <a:ext uri="{60B5C3C8-2691-4D03-A465-7920A74A6AC0}">
                <a16:creationId xmlns:a16="http://schemas.microsoft.com/office/drawing/2010/main" id="{B2792137-EDF8-4A9E-889C-1D1DDC242B80}"/>
              </a:ext>
            </a:extLst>
          </p:cNvPr>
          <p:cNvSpPr>
            <a:spLocks noGrp="true"/>
          </p:cNvSpPr>
          <p:nvPr>
            <p:ph idx="2" type="body"/>
          </p:nvPr>
        </p:nvSpPr>
        <p:spPr>
          <a:xfrm rot="0">
            <a:off x="384048" y="5239512"/>
            <a:ext cx="4251960" cy="3483864"/>
          </a:xfrm>
        </p:spPr>
        <p:txBody>
          <a:bodyPr anchor="t" rtlCol="0">
            <a:normAutofit/>
          </a:bodyPr>
          <a:lstStyle>
            <a:lvl1pPr indent="0" lvl="0" marL="0">
              <a:lnSpc>
                <a:spcPct val="100000"/>
              </a:lnSpc>
              <a:buNone/>
              <a:defRPr dirty="0" lang="en-US" sz="2100">
                <a:solidFill>
                  <a:srgbClr val="ffffff"/>
                </a:solidFill>
              </a:defRPr>
            </a:lvl1pPr>
            <a:lvl2pPr indent="0" lvl="1" marL="685800">
              <a:buNone/>
              <a:defRPr dirty="0" lang="en-US" sz="1800"/>
            </a:lvl2pPr>
            <a:lvl3pPr indent="0" lvl="2" marL="1371600">
              <a:buNone/>
              <a:defRPr dirty="0" lang="en-US" sz="1500"/>
            </a:lvl3pPr>
            <a:lvl4pPr indent="0" lvl="3" marL="2057400">
              <a:buNone/>
              <a:defRPr dirty="0" lang="en-US" sz="1350"/>
            </a:lvl4pPr>
            <a:lvl5pPr indent="0" lvl="4" marL="2743200">
              <a:buNone/>
              <a:defRPr dirty="0" lang="en-US" sz="1350"/>
            </a:lvl5pPr>
            <a:lvl6pPr indent="0" lvl="5" marL="3429000">
              <a:buNone/>
              <a:defRPr dirty="0" lang="en-US" sz="1350"/>
            </a:lvl6pPr>
            <a:lvl7pPr indent="0" lvl="6" marL="4114800">
              <a:buNone/>
              <a:defRPr dirty="0" lang="en-US" sz="1350"/>
            </a:lvl7pPr>
            <a:lvl8pPr indent="0" lvl="7" marL="4800600">
              <a:buNone/>
              <a:defRPr dirty="0" lang="en-US" sz="1350"/>
            </a:lvl8pPr>
            <a:lvl9pPr indent="0" lvl="8" marL="5486400">
              <a:buNone/>
              <a:defRPr dirty="0" lang="en-US" sz="1350"/>
            </a:lvl9pPr>
          </a:lstStyle>
          <a:p>
            <a:pPr lvl="0"/>
            <a:r>
              <a:rPr dirty="0" lang="en-US"/>
              <a:t>Click to edit Master text styles</a:t>
            </a:r>
            <a:endParaRPr dirty="0" lang="en-US"/>
          </a:p>
        </p:txBody>
      </p:sp>
      <p:sp>
        <p:nvSpPr>
          <p:cNvPr id="5" name="Date Placeholder 7">
            <a:extLst>
              <a:ext uri="{B10E9CEF-367F-4581-9F20-5355E478DBCE}">
                <a16:creationId xmlns:a16="http://schemas.microsoft.com/office/drawing/2010/main" id="{BD4E0DC0-75C9-4184-8D32-77697E80FF7B}"/>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fld id="{46354A24-2C6C-41F0-9C49-5094071B5221}"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6" name="Footer Placeholder 8">
            <a:extLst>
              <a:ext uri="{42C76BF4-FAB6-4E74-ABDF-05409553529F}">
                <a16:creationId xmlns:a16="http://schemas.microsoft.com/office/drawing/2010/main" id="{837C9E84-137D-4946-9DBD-4154C5227D78}"/>
              </a:ext>
            </a:extLst>
          </p:cNvPr>
          <p:cNvSpPr>
            <a:spLocks noGrp="true"/>
          </p:cNvSpPr>
          <p:nvPr>
            <p:ph idx="11" sz="quarter" type="ftr"/>
          </p:nvPr>
        </p:nvSpPr>
        <p:spPr>
          <a:xfrm rot="0">
            <a:off x="5248275" y="9534525"/>
            <a:ext cx="8867775" cy="547688"/>
          </a:xfrm>
          <a:prstGeom prst="rect">
            <a:avLst/>
          </a:prstGeom>
        </p:spPr>
        <p:txBody>
          <a:bodyPr anchor="ctr" bIns="45720" lIns="91440" rIns="91440" rtlCol="0" tIns="45720" vert="horz"/>
          <a:lstStyle>
            <a:lvl1pPr lvl="0"/>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9">
            <a:extLst>
              <a:ext uri="{77B803D7-9ABE-431B-8358-014993245098}">
                <a16:creationId xmlns:a16="http://schemas.microsoft.com/office/drawing/2010/main" id="{E2386045-8FCD-4644-B9A7-EC000E15993B}"/>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D87C9FA9-FC97-4817-85B4-C1D52B15A86A}" type="slidenum"/>
            <a:endParaRPr b="1" dirty="0" lang="en-US">
              <a:solidFill>
                <a:schemeClr val="accent1"/>
              </a:solidFill>
              <a:latin typeface="+mn-lt"/>
            </a:endParaRPr>
          </a:p>
        </p:txBody>
      </p:sp>
    </p:spTree>
    <p:extLst>
      <p:ext uri="{9C65920C-42BA-407A-9729-08544001053D}">
        <p14:creationId xmlns:p14="http://schemas.microsoft.com/office/powerpoint/2010/main" val="1770999092303"/>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vertTx">
  <p:cSld name="Title and Vertical Text">
    <p:spTree>
      <p:nvGrpSpPr>
        <p:cNvPr id="1" name=""/>
        <p:cNvGrpSpPr/>
        <p:nvPr/>
      </p:nvGrpSpPr>
      <p:grpSpPr>
        <a:xfrm>
          <a:off x="0" y="0"/>
          <a:ext cx="0" cy="0"/>
          <a:chOff x="0" y="0"/>
          <a:chExt cx="0" cy="0"/>
        </a:xfrm>
      </p:grpSpPr>
      <p:sp>
        <p:nvSpPr>
          <p:cNvPr id="2" name="Title 1">
            <a:extLst>
              <a:ext uri="{33B6AB29-36EA-4345-89CB-68404627210B}">
                <a16:creationId xmlns:a16="http://schemas.microsoft.com/office/drawing/2010/main" id="{333B2CED-D73B-48A0-B25E-B74DDBD0970D}"/>
              </a:ext>
            </a:extLst>
          </p:cNvPr>
          <p:cNvSpPr>
            <a:spLocks noGrp="true"/>
          </p:cNvSpPr>
          <p:nvPr>
            <p:ph type="title"/>
          </p:nvPr>
        </p:nvSpPr>
        <p:spPr/>
        <p:txBody>
          <a:bodyPr rtlCol="0"/>
          <a:lstStyle/>
          <a:p>
            <a:pPr/>
            <a:r>
              <a:rPr dirty="0" lang="en-US"/>
              <a:t>Click to edit Master title style</a:t>
            </a:r>
            <a:endParaRPr dirty="0" lang="en-US"/>
          </a:p>
        </p:txBody>
      </p:sp>
      <p:sp>
        <p:nvSpPr>
          <p:cNvPr id="3" name="Vertical Text Placeholder 2">
            <a:extLst>
              <a:ext uri="{11EC9AFA-9810-4089-BC9C-855D9B3D8534}">
                <a16:creationId xmlns:a16="http://schemas.microsoft.com/office/drawing/2010/main" id="{939AE0E1-BBDA-457E-A179-0C3599CAEC44}"/>
              </a:ext>
            </a:extLst>
          </p:cNvPr>
          <p:cNvSpPr>
            <a:spLocks noGrp="true"/>
          </p:cNvSpPr>
          <p:nvPr>
            <p:ph idx="1" type="body"/>
          </p:nvPr>
        </p:nvSpPr>
        <p:spPr/>
        <p:txBody>
          <a:bodyPr anchor="t" rtlCol="0"/>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Date Placeholder 3">
            <a:extLst>
              <a:ext uri="{BBB21454-1953-469E-BC4C-2FB41DBE8BF1}">
                <a16:creationId xmlns:a16="http://schemas.microsoft.com/office/drawing/2010/main" id="{DCFF664B-C6FB-4611-9EA8-095AF5CD5D1F}"/>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51DD6986-098D-4101-9515-E2190E8035B5}"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5" name="Footer Placeholder 4">
            <a:extLst>
              <a:ext uri="{8C5E0520-69D2-46F7-A0E8-9774B92DBBE1}">
                <a16:creationId xmlns:a16="http://schemas.microsoft.com/office/drawing/2010/main" id="{AD3918BB-0249-4074-BDC5-D917EA416B3A}"/>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Slide Number Placeholder 5">
            <a:extLst>
              <a:ext uri="{081496C2-A8F4-4ECB-BA1C-5117BC3A5118}">
                <a16:creationId xmlns:a16="http://schemas.microsoft.com/office/drawing/2010/main" id="{B919F24A-1BD8-4FA4-8C68-142C2FDEFF8C}"/>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A60D2D09-EA1A-4F13-B92A-9E2CFEA0045A}" type="slidenum"/>
            <a:endParaRPr b="1" dirty="0" lang="en-US">
              <a:solidFill>
                <a:schemeClr val="accent1"/>
              </a:solidFill>
              <a:latin typeface="+mn-lt"/>
            </a:endParaRPr>
          </a:p>
        </p:txBody>
      </p:sp>
    </p:spTree>
    <p:extLst>
      <p:ext uri="{C53BC482-9186-4342-B765-688E5566CA45}">
        <p14:creationId xmlns:p14="http://schemas.microsoft.com/office/powerpoint/2010/main" val="1770999092304"/>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vertTitleAndTx">
  <p:cSld name="Vertical Title and Text">
    <p:spTree>
      <p:nvGrpSpPr>
        <p:cNvPr id="1" name=""/>
        <p:cNvGrpSpPr/>
        <p:nvPr/>
      </p:nvGrpSpPr>
      <p:grpSpPr>
        <a:xfrm>
          <a:off x="0" y="0"/>
          <a:ext cx="0" cy="0"/>
          <a:chOff x="0" y="0"/>
          <a:chExt cx="0" cy="0"/>
        </a:xfrm>
      </p:grpSpPr>
      <p:sp>
        <p:nvSpPr>
          <p:cNvPr id="2" name="Vertical Title 1">
            <a:extLst>
              <a:ext uri="{2B96EBE7-89F2-453D-A15D-9F175DA3DA04}">
                <a16:creationId xmlns:a16="http://schemas.microsoft.com/office/drawing/2010/main" id="{3784B1E7-4C36-474F-A2B0-D10A8AF4FCB3}"/>
              </a:ext>
            </a:extLst>
          </p:cNvPr>
          <p:cNvSpPr>
            <a:spLocks noGrp="true"/>
          </p:cNvSpPr>
          <p:nvPr>
            <p:ph type="title"/>
          </p:nvPr>
        </p:nvSpPr>
        <p:spPr>
          <a:xfrm rot="0">
            <a:off x="571500" y="1485900"/>
            <a:ext cx="4229100" cy="7429500"/>
          </a:xfrm>
        </p:spPr>
        <p:txBody>
          <a:bodyPr rtlCol="0"/>
          <a:lstStyle/>
          <a:p>
            <a:pPr/>
            <a:r>
              <a:rPr dirty="0" lang="en-US"/>
              <a:t>Click to edit Master title style</a:t>
            </a:r>
            <a:endParaRPr dirty="0" lang="en-US"/>
          </a:p>
        </p:txBody>
      </p:sp>
      <p:sp>
        <p:nvSpPr>
          <p:cNvPr id="3" name="Vertical Text Placeholder 2">
            <a:extLst>
              <a:ext uri="{3BA3E150-9045-4D9E-9EF0-408FFFC89633}">
                <a16:creationId xmlns:a16="http://schemas.microsoft.com/office/drawing/2010/main" id="{EF7919D4-C745-4F2D-88EF-AC2CB17F53D2}"/>
              </a:ext>
            </a:extLst>
          </p:cNvPr>
          <p:cNvSpPr>
            <a:spLocks noGrp="true"/>
          </p:cNvSpPr>
          <p:nvPr>
            <p:ph idx="1" type="body"/>
          </p:nvPr>
        </p:nvSpPr>
        <p:spPr>
          <a:xfrm rot="0">
            <a:off x="5801868" y="1303019"/>
            <a:ext cx="10972800" cy="7680959"/>
          </a:xfrm>
        </p:spPr>
        <p:txBody>
          <a:bodyPr anchor="t" rtlCol="0"/>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Date Placeholder 3">
            <a:extLst>
              <a:ext uri="{D69185C3-0135-4CB6-BDBF-294C5271A7EB}">
                <a16:creationId xmlns:a16="http://schemas.microsoft.com/office/drawing/2010/main" id="{E2A9E7AD-CD63-4D7C-BEBE-390DE28E669B}"/>
              </a:ext>
            </a:extLst>
          </p:cNvPr>
          <p:cNvSpPr>
            <a:spLocks noGrp="true"/>
          </p:cNvSpPr>
          <p:nvPr>
            <p:ph idx="10"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49DCB8FC-0BC7-45D1-BA28-8290613A7B1D}"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5" name="Footer Placeholder 4">
            <a:extLst>
              <a:ext uri="{C512EC3C-2B17-458B-AB33-3F7636159435}">
                <a16:creationId xmlns:a16="http://schemas.microsoft.com/office/drawing/2010/main" id="{2F29D950-19B1-4629-A6E5-83B548AE31AF}"/>
              </a:ext>
            </a:extLst>
          </p:cNvPr>
          <p:cNvSpPr>
            <a:spLocks noGrp="true"/>
          </p:cNvSpPr>
          <p:nvPr>
            <p:ph idx="11"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Slide Number Placeholder 5">
            <a:extLst>
              <a:ext uri="{7BD7E65B-1EA9-473B-8D76-6228D160DF31}">
                <a16:creationId xmlns:a16="http://schemas.microsoft.com/office/drawing/2010/main" id="{95AFD1B5-79DF-48AB-9933-1FF94136EE2B}"/>
              </a:ext>
            </a:extLst>
          </p:cNvPr>
          <p:cNvSpPr>
            <a:spLocks noGrp="true"/>
          </p:cNvSpPr>
          <p:nvPr>
            <p:ph idx="12" sz="quarter" type="sldNum"/>
          </p:nvPr>
        </p:nvSpPr>
        <p:spPr>
          <a:xfrm rot="0">
            <a:off x="15951201" y="9534525"/>
            <a:ext cx="2297113" cy="547688"/>
          </a:xfrm>
          <a:prstGeom prst="rect">
            <a:avLst/>
          </a:prstGeom>
        </p:spPr>
        <p:txBody>
          <a:bodyPr anchor="ctr" rtlCol="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B302E17A-BBDA-474A-8109-0A39C5631385}" type="slidenum"/>
            <a:endParaRPr b="1" dirty="0" lang="en-US">
              <a:solidFill>
                <a:schemeClr val="accent1"/>
              </a:solidFill>
              <a:latin typeface="+mn-lt"/>
            </a:endParaRPr>
          </a:p>
        </p:txBody>
      </p:sp>
    </p:spTree>
    <p:extLst>
      <p:ext uri="{965EE89B-B228-4092-A950-2234E4DAB244}">
        <p14:creationId xmlns:p14="http://schemas.microsoft.com/office/powerpoint/2010/main" val="1770999092305"/>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png" Type="http://schemas.openxmlformats.org/officeDocument/2006/relationships/image"/></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Pr>
        <a:solidFill>
          <a:schemeClr val="bg1"/>
        </a:solidFill>
        <a:effectLst/>
      </p:bgPr>
    </p:bg>
    <p:spTree>
      <p:nvGrpSpPr>
        <p:cNvPr id="1" name=""/>
        <p:cNvGrpSpPr/>
        <p:nvPr/>
      </p:nvGrpSpPr>
      <p:grpSpPr>
        <a:xfrm>
          <a:off x="0" y="0"/>
          <a:ext cx="0" cy="0"/>
          <a:chOff x="0" y="0"/>
          <a:chExt cx="0" cy="0"/>
        </a:xfrm>
      </p:grpSpPr>
      <p:sp>
        <p:nvSpPr>
          <p:cNvPr id="2" name="Rectangle 6">
            <a:extLst>
              <a:ext uri="{BF44E7B7-2DAB-4ADA-A06A-9DFFF82EFFD7}">
                <a16:creationId xmlns:a16="http://schemas.microsoft.com/office/drawing/2010/main" id="{61DD78B0-1895-4886-9F86-B3DD34A663EE}"/>
              </a:ext>
            </a:extLst>
          </p:cNvPr>
          <p:cNvSpPr/>
          <p:nvPr/>
        </p:nvSpPr>
        <p:spPr>
          <a:xfrm rot="0">
            <a:off x="0" y="1138238"/>
            <a:ext cx="5165724" cy="799623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lstStyle/>
          <a:p>
            <a:pPr/>
            <a:r>
              <a:rPr dirty="0" lang="en-US"/>
              <a:t/>
            </a:r>
            <a:endParaRPr dirty="0" lang="en-US"/>
          </a:p>
        </p:txBody>
      </p:sp>
      <p:sp>
        <p:nvSpPr>
          <p:cNvPr id="3" name="Title Placeholder 1">
            <a:extLst>
              <a:ext uri="{D6CAAF67-0230-4CF9-8B2C-1D5F9F12B0D5}">
                <a16:creationId xmlns:a16="http://schemas.microsoft.com/office/drawing/2010/main" id="{AC1A8E4E-8F40-4C19-A536-046AE37DAA1B}"/>
              </a:ext>
            </a:extLst>
          </p:cNvPr>
          <p:cNvSpPr>
            <a:spLocks noGrp="true"/>
          </p:cNvSpPr>
          <p:nvPr>
            <p:ph type="title"/>
          </p:nvPr>
        </p:nvSpPr>
        <p:spPr>
          <a:xfrm rot="0">
            <a:off x="379413" y="1685925"/>
            <a:ext cx="4421186" cy="6900863"/>
          </a:xfrm>
          <a:prstGeom prst="rect">
            <a:avLst/>
          </a:prstGeom>
        </p:spPr>
        <p:txBody>
          <a:bodyPr anchor="ctr" bIns="45720" lIns="91440" rIns="91440" rtlCol="0" tIns="45720" vert="horz">
            <a:normAutofit/>
          </a:bodyPr>
          <a:lstStyle/>
          <a:p>
            <a:pPr/>
            <a:r>
              <a:rPr dirty="0" lang="en-US"/>
              <a:t>Click to edit Master title style</a:t>
            </a:r>
            <a:endParaRPr dirty="0" lang="en-US"/>
          </a:p>
        </p:txBody>
      </p:sp>
      <p:sp>
        <p:nvSpPr>
          <p:cNvPr id="4" name="Rectangle 37">
            <a:extLst>
              <a:ext uri="{0616ECB9-A0E5-4A5F-B963-627F0CCACFA6}">
                <a16:creationId xmlns:a16="http://schemas.microsoft.com/office/drawing/2010/main" id="{93F918FC-7B00-4EF5-A008-C2F7C86DD5E0}"/>
              </a:ext>
            </a:extLst>
          </p:cNvPr>
          <p:cNvSpPr/>
          <p:nvPr/>
        </p:nvSpPr>
        <p:spPr>
          <a:xfrm rot="0">
            <a:off x="17724438" y="1138238"/>
            <a:ext cx="574675" cy="7996236"/>
          </a:xfrm>
          <a:prstGeom prst="rect">
            <a:avLst/>
          </a:prstGeom>
          <a:solidFill>
            <a:srgbClr val="c8c8c8">
              <a:alpha val="49804"/>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lstStyle/>
          <a:p>
            <a:pPr/>
            <a:r>
              <a:rPr dirty="0" lang="en-US"/>
              <a:t/>
            </a:r>
            <a:endParaRPr dirty="0" lang="en-US"/>
          </a:p>
        </p:txBody>
      </p:sp>
      <p:sp>
        <p:nvSpPr>
          <p:cNvPr id="5" name="Text Placeholder 2" title="">
            <a:extLst>
              <a:ext uri="{A474162E-CCEA-4CA6-9C46-36E6C79EC865}">
                <a16:creationId xmlns:a16="http://schemas.microsoft.com/office/drawing/2010/main" id="{B1548A4B-04A1-4191-812A-3EAFC5B732E5}"/>
              </a:ext>
            </a:extLst>
          </p:cNvPr>
          <p:cNvSpPr>
            <a:spLocks noGrp="true"/>
          </p:cNvSpPr>
          <p:nvPr>
            <p:ph idx="1" type="body"/>
          </p:nvPr>
        </p:nvSpPr>
        <p:spPr>
          <a:xfrm rot="0">
            <a:off x="5797549" y="1295400"/>
            <a:ext cx="10972800" cy="7681912"/>
          </a:xfrm>
          <a:prstGeom prst="rect">
            <a:avLst/>
          </a:prstGeom>
          <a:noFill/>
          <a:ln>
            <a:noFill/>
            <a:miter lim="800000"/>
          </a:ln>
        </p:spPr>
        <p:txBody>
          <a:bodyPr anchor="ctr" bIns="45720" lIns="91440" rIns="91440" rtlCol="0" tIns="4572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6" name="Date Placeholder 3">
            <a:extLst>
              <a:ext uri="{B2AA1615-A169-4DCA-8217-1F9CD64804E2}">
                <a16:creationId xmlns:a16="http://schemas.microsoft.com/office/drawing/2010/main" id="{7517DE86-E939-4294-9C30-F3E786656AB4}"/>
              </a:ext>
            </a:extLst>
          </p:cNvPr>
          <p:cNvSpPr>
            <a:spLocks noGrp="true"/>
          </p:cNvSpPr>
          <p:nvPr>
            <p:ph idx="2" sz="half" type="dt"/>
          </p:nvPr>
        </p:nvSpPr>
        <p:spPr>
          <a:xfrm rot="0">
            <a:off x="393700" y="9534525"/>
            <a:ext cx="4114800"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fld id="{A93D733A-8FE8-4313-A156-D0012F06D974}"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Footer Placeholder 4">
            <a:extLst>
              <a:ext uri="{E5410280-3E71-4DFE-81A4-A2C136C14155}">
                <a16:creationId xmlns:a16="http://schemas.microsoft.com/office/drawing/2010/main" id="{C5FC6520-2157-4565-890F-96AC8A5087F0}"/>
              </a:ext>
            </a:extLst>
          </p:cNvPr>
          <p:cNvSpPr>
            <a:spLocks noGrp="true"/>
          </p:cNvSpPr>
          <p:nvPr>
            <p:ph idx="3" sz="quarter" type="ftr"/>
          </p:nvPr>
        </p:nvSpPr>
        <p:spPr>
          <a:xfrm rot="0">
            <a:off x="5803900" y="9534525"/>
            <a:ext cx="8867775" cy="547688"/>
          </a:xfrm>
          <a:prstGeom prst="rect">
            <a:avLst/>
          </a:prstGeom>
        </p:spPr>
        <p:txBody>
          <a:bodyPr anchor="ctr" bIns="45720" lIns="91440" rIns="91440" rtlCol="0" tIns="45720" vert="horz"/>
          <a:lstStyle>
            <a:lvl1pPr algn="l" lvl="0">
              <a:spcBef>
                <a:spcPct val="0"/>
              </a:spcBef>
              <a:spcAft>
                <a:spcPct val="0"/>
              </a:spcAft>
              <a:defRPr dirty="0" lang="en-US" sz="1650">
                <a:solidFill>
                  <a:schemeClr val="tx1">
                    <a:lumMod val="50000"/>
                    <a:lumOff val="50000"/>
                  </a:schemeClr>
                </a:solidFill>
                <a:latin typeface="+mn-lt"/>
              </a:defRPr>
            </a:lvl1pPr>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8" name="Slide Number Placeholder 5">
            <a:extLst>
              <a:ext uri="{5BBADA25-00DF-4D15-A7F2-2AFBF408BECB}">
                <a16:creationId xmlns:a16="http://schemas.microsoft.com/office/drawing/2010/main" id="{3F5C9AE9-51A0-4668-BB54-99CD9C0082A2}"/>
              </a:ext>
            </a:extLst>
          </p:cNvPr>
          <p:cNvSpPr>
            <a:spLocks noGrp="true"/>
          </p:cNvSpPr>
          <p:nvPr>
            <p:ph idx="4" sz="quarter" type="sldNum"/>
          </p:nvPr>
        </p:nvSpPr>
        <p:spPr>
          <a:xfrm rot="0">
            <a:off x="15951201" y="9534525"/>
            <a:ext cx="2297113" cy="547688"/>
          </a:xfrm>
          <a:prstGeom prst="rect">
            <a:avLst/>
          </a:prstGeom>
        </p:spPr>
        <p:txBody>
          <a:bodyPr anchor="ctr" bIns="45720" lIns="91440" rIns="91440" rtlCol="0" tIns="45720">
            <a:noAutofit/>
          </a:bodyPr>
          <a:lstStyle>
            <a:lvl1pPr algn="r" indent="0" lvl="0" marL="0" rtl="false">
              <a:lnSpc>
                <a:spcPct val="100000"/>
              </a:lnSpc>
              <a:spcBef>
                <a:spcPct val="0"/>
              </a:spcBef>
              <a:spcAft>
                <a:spcPct val="0"/>
              </a:spcAft>
              <a:buNone/>
              <a:defRPr b="1" baseline="0" dirty="0" i="0" lang="en-US" sz="1800" u="none">
                <a:solidFill>
                  <a:schemeClr val="accent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r" indent="0" lvl="0" marL="0"/>
            <a:fld id="{5AFBDA69-0012-4DAD-950D-AF09406C5E57}" type="slidenum"/>
            <a:endParaRPr b="1" dirty="0" lang="en-US">
              <a:solidFill>
                <a:schemeClr val="accent1"/>
              </a:solidFill>
              <a:latin typeface="+mn-lt"/>
            </a:endParaRPr>
          </a:p>
        </p:txBody>
      </p:sp>
      <p:sp>
        <p:nvSpPr>
          <p:cNvPr id="9" name="Oval 7" title="">
            <a:extLst>
              <a:ext uri="{844C136F-96DA-4AEA-B502-601CF76F63BC}">
                <a16:creationId xmlns:a16="http://schemas.microsoft.com/office/drawing/2010/main" id="{55D4A9D3-0629-4548-91A2-DB2CA160318C}"/>
              </a:ext>
            </a:extLst>
          </p:cNvPr>
          <p:cNvSpPr/>
          <p:nvPr/>
        </p:nvSpPr>
        <p:spPr>
          <a:xfrm rot="0">
            <a:off x="15614651" y="1295400"/>
            <a:ext cx="1155699" cy="1096963"/>
          </a:xfrm>
          <a:prstGeom prst="ellipse">
            <a:avLst/>
          </a:prstGeom>
          <a:blipFill dpi="0" rotWithShape="1">
            <a:blip r:embed="rId13"/>
            <a:stretch>
              <a:fillRect/>
            </a:stretch>
          </a:blipFill>
          <a:ln w="10795">
            <a:solidFill>
              <a:srgbClr val="154d58"/>
            </a:solidFill>
            <a:miter lim="800000"/>
          </a:ln>
        </p:spPr>
        <p:txBody>
          <a:bodyPr anchor="ctr" bIns="45720" lIns="91440" rIns="91440" rtlCol="0" tIns="4572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r>
              <a:rPr dirty="0" lang="en-IN">
                <a:solidFill>
                  <a:srgbClr val="ffffff"/>
                </a:solidFill>
              </a:rPr>
              <a:t/>
            </a:r>
            <a:endParaRPr dirty="0" lang="en-IN">
              <a:solidFill>
                <a:srgbClr val="ffffff"/>
              </a:solidFill>
            </a:endParaRPr>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indent="0" lvl="0" marL="0" rtl="false">
        <a:lnSpc>
          <a:spcPct val="90000"/>
        </a:lnSpc>
        <a:spcBef>
          <a:spcPct val="0"/>
        </a:spcBef>
        <a:spcAft>
          <a:spcPct val="0"/>
        </a:spcAft>
        <a:buNone/>
        <a:defRPr b="0" baseline="0" dirty="0" i="0" lang="en-US" spc="-90" sz="5400" u="none">
          <a:solidFill>
            <a:srgbClr val="ffffff"/>
          </a:solidFill>
          <a:latin typeface="Corbel"/>
        </a:defRPr>
      </a:lvl1pPr>
    </p:titleStyle>
    <p:body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p:bodyStyle>
    <p:otherStyle>
      <a:lvl1pPr algn="l" indent="0" lvl="0" marL="0" rtl="false">
        <a:lnSpc>
          <a:spcPct val="100000"/>
        </a:lnSpc>
        <a:spcBef>
          <a:spcPct val="0"/>
        </a:spcBef>
        <a:spcAft>
          <a:spcPct val="0"/>
        </a:spcAft>
        <a:buNone/>
        <a:defRPr b="0" baseline="0" dirty="0" i="0" lang="en-US" sz="2700" u="none">
          <a:solidFill>
            <a:schemeClr val="tx1"/>
          </a:solidFill>
          <a:latin typeface="+mn-lt"/>
        </a:defRPr>
      </a:lvl1pPr>
      <a:lvl2pPr algn="l" indent="0" lvl="1" marL="685800" rtl="false">
        <a:lnSpc>
          <a:spcPct val="100000"/>
        </a:lnSpc>
        <a:spcBef>
          <a:spcPct val="0"/>
        </a:spcBef>
        <a:spcAft>
          <a:spcPct val="0"/>
        </a:spcAft>
        <a:buNone/>
        <a:defRPr b="0" baseline="0" dirty="0" i="0" lang="en-US" sz="2700" u="none">
          <a:solidFill>
            <a:schemeClr val="tx1"/>
          </a:solidFill>
          <a:latin typeface="+mn-lt"/>
        </a:defRPr>
      </a:lvl2pPr>
      <a:lvl3pPr algn="l" indent="0" lvl="2" marL="1371600" rtl="false">
        <a:lnSpc>
          <a:spcPct val="100000"/>
        </a:lnSpc>
        <a:spcBef>
          <a:spcPct val="0"/>
        </a:spcBef>
        <a:spcAft>
          <a:spcPct val="0"/>
        </a:spcAft>
        <a:buNone/>
        <a:defRPr b="0" baseline="0" dirty="0" i="0" lang="en-US" sz="2700" u="none">
          <a:solidFill>
            <a:schemeClr val="tx1"/>
          </a:solidFill>
          <a:latin typeface="+mn-lt"/>
        </a:defRPr>
      </a:lvl3pPr>
      <a:lvl4pPr algn="l" indent="0" lvl="3" marL="2057400" rtl="false">
        <a:lnSpc>
          <a:spcPct val="100000"/>
        </a:lnSpc>
        <a:spcBef>
          <a:spcPct val="0"/>
        </a:spcBef>
        <a:spcAft>
          <a:spcPct val="0"/>
        </a:spcAft>
        <a:buNone/>
        <a:defRPr b="0" baseline="0" dirty="0" i="0" lang="en-US" sz="2700" u="none">
          <a:solidFill>
            <a:schemeClr val="tx1"/>
          </a:solidFill>
          <a:latin typeface="+mn-lt"/>
        </a:defRPr>
      </a:lvl4pPr>
      <a:lvl5pPr algn="l" indent="0" lvl="4" marL="2743200" rtl="false">
        <a:lnSpc>
          <a:spcPct val="100000"/>
        </a:lnSpc>
        <a:spcBef>
          <a:spcPct val="0"/>
        </a:spcBef>
        <a:spcAft>
          <a:spcPct val="0"/>
        </a:spcAft>
        <a:buNone/>
        <a:defRPr b="0" baseline="0" dirty="0" i="0" lang="en-US" sz="2700" u="none">
          <a:solidFill>
            <a:schemeClr val="tx1"/>
          </a:solidFill>
          <a:latin typeface="+mn-lt"/>
        </a:defRPr>
      </a:lvl5pPr>
      <a:lvl6pPr algn="l" lvl="5" marL="3429000" rtl="false">
        <a:defRPr dirty="0" lang="en-US" sz="2700">
          <a:solidFill>
            <a:schemeClr val="tx1"/>
          </a:solidFill>
          <a:latin typeface="+mn-lt"/>
        </a:defRPr>
      </a:lvl6pPr>
      <a:lvl7pPr algn="l" lvl="6" marL="4114800" rtl="false">
        <a:defRPr dirty="0" lang="en-US" sz="2700">
          <a:solidFill>
            <a:schemeClr val="tx1"/>
          </a:solidFill>
          <a:latin typeface="+mn-lt"/>
        </a:defRPr>
      </a:lvl7pPr>
      <a:lvl8pPr algn="l" lvl="7" marL="4800600" rtl="false">
        <a:defRPr dirty="0" lang="en-US" sz="2700">
          <a:solidFill>
            <a:schemeClr val="tx1"/>
          </a:solidFill>
          <a:latin typeface="+mn-lt"/>
        </a:defRPr>
      </a:lvl8pPr>
      <a:lvl9pPr algn="l" lvl="8" marL="5486400" rtl="false">
        <a:defRPr dirty="0" lang="en-US" sz="27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2" Target="../media/image2.png" Type="http://schemas.openxmlformats.org/officeDocument/2006/relationships/image"/><Relationship Id="rId1" Target="../slideLayouts/slideLayout7.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no"?><Relationships xmlns="http://schemas.openxmlformats.org/package/2006/relationships"><Relationship Id="rId2" Target="https://otter.ai/" TargetMode="External" Type="http://schemas.openxmlformats.org/officeDocument/2006/relationships/hyperlink"/><Relationship Id="rId3" Target="https://otter.ai/" TargetMode="External" Type="http://schemas.openxmlformats.org/officeDocument/2006/relationships/hyperlink"/><Relationship Id="rId1" Target="../slideLayouts/slideLayout7.xml" Type="http://schemas.openxmlformats.org/officeDocument/2006/relationships/slideLayout"/></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no"?><Relationships xmlns="http://schemas.openxmlformats.org/package/2006/relationships"><Relationship Id="rId2" Target="../media/image3.png" Type="http://schemas.openxmlformats.org/officeDocument/2006/relationships/image"/><Relationship Id="rId1" Target="../slideLayouts/slideLayout7.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
    <p:bg>
      <p:bgPr>
        <a:solidFill>
          <a:srgbClr val="fdfdfd"/>
        </a:solidFill>
        <a:effectLst/>
      </p:bgPr>
    </p:bg>
    <p:spTree>
      <p:nvGrpSpPr>
        <p:cNvPr id="1" name=""/>
        <p:cNvGrpSpPr/>
        <p:nvPr/>
      </p:nvGrpSpPr>
      <p:grpSpPr>
        <a:xfrm>
          <a:off x="0" y="0"/>
          <a:ext cx="0" cy="0"/>
          <a:chOff x="0" y="0"/>
          <a:chExt cx="0" cy="0"/>
        </a:xfrm>
      </p:grpSpPr>
      <p:grpSp>
        <p:nvGrpSpPr>
          <p:cNvPr id="2" name="Freeform 11" title="">
            <a:extLst>
              <a:ext uri="{4E03190B-F5A9-4C1A-A907-8EF53467453B}">
                <a16:creationId xmlns:a16="http://schemas.microsoft.com/office/drawing/2010/main" id="{93922432-16F3-4DD3-A268-95B2A393B0BD}"/>
              </a:ext>
            </a:extLst>
          </p:cNvPr>
          <p:cNvGrpSpPr/>
          <p:nvPr/>
        </p:nvGrpSpPr>
        <p:grpSpPr>
          <a:xfrm rot="0">
            <a:off x="841375" y="590550"/>
            <a:ext cx="4291013" cy="1152525"/>
            <a:chOff x="530" y="372"/>
            <a:chExt cx="2703" cy="726"/>
          </a:xfrm>
        </p:grpSpPr>
        <p:pic>
          <p:nvPicPr>
            <p:cNvPr id="3" name="Freeform 11" title="">
              <a:extLst>
                <a:ext uri="{1A98DC61-1601-49DD-8067-501E0F5C7EB5}">
                  <a16:creationId xmlns:a16="http://schemas.microsoft.com/office/drawing/2010/main" id="{1640E65D-487A-43B3-BBED-FD4BA0675BC9}"/>
                </a:ext>
              </a:extLst>
            </p:cNvPr>
            <p:cNvPicPr/>
            <p:nvPr/>
          </p:nvPicPr>
          <p:blipFill>
            <a:blip r:embed="rId2"/>
            <a:stretch>
              <a:fillRect/>
            </a:stretch>
          </p:blipFill>
          <p:spPr>
            <a:xfrm rot="0">
              <a:off x="530" y="372"/>
              <a:ext cx="2703" cy="726"/>
            </a:xfrm>
            <a:prstGeom prst="rect">
              <a:avLst/>
            </a:prstGeom>
            <a:noFill/>
            <a:ln>
              <a:miter lim="800000"/>
            </a:ln>
          </p:spPr>
        </p:pic>
        <p:sp>
          <p:nvSpPr>
            <p:cNvPr id="4" name="Text Box 3" title="">
              <a:extLst>
                <a:ext uri="{7B26EDC7-F0AD-4760-BD46-4AB712EE5548}">
                  <a16:creationId xmlns:a16="http://schemas.microsoft.com/office/drawing/2010/main" id="{B3213C20-A1BC-4A03-919F-644DB2F267F9}"/>
                </a:ext>
              </a:extLst>
            </p:cNvPr>
            <p:cNvSpPr txBox="1"/>
            <p:nvPr/>
          </p:nvSpPr>
          <p:spPr>
            <a:xfrm rot="0">
              <a:off x="527" y="374"/>
              <a:ext cx="2707" cy="723"/>
            </a:xfrm>
            <a:prstGeom prst="rect">
              <a:avLst/>
            </a:prstGeom>
            <a:noFill/>
            <a:ln>
              <a:noFill/>
              <a:miter lim="800000"/>
            </a:ln>
          </p:spPr>
          <p:txBody>
            <a:bodyPr rtlCol="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
              </a:r>
              <a:endParaRPr dirty="0" lang="en-US"/>
            </a:p>
          </p:txBody>
        </p:sp>
      </p:grpSp>
      <p:sp>
        <p:nvSpPr>
          <p:cNvPr id="5" name="TextBox 12">
            <a:extLst>
              <a:ext uri="{D9545E3D-8669-4821-832A-1C4506C14CB8}">
                <a16:creationId xmlns:a16="http://schemas.microsoft.com/office/drawing/2010/main" id="{49316F41-77E0-44B9-A5C8-F5D37F2BF75B}"/>
              </a:ext>
            </a:extLst>
          </p:cNvPr>
          <p:cNvSpPr txBox="1"/>
          <p:nvPr/>
        </p:nvSpPr>
        <p:spPr>
          <a:xfrm rot="0">
            <a:off x="1806578" y="6954840"/>
            <a:ext cx="8420738" cy="1468755"/>
          </a:xfrm>
          <a:prstGeom prst="rect">
            <a:avLst/>
          </a:prstGeom>
        </p:spPr>
        <p:txBody>
          <a:bodyPr bIns="0" lIns="0" rIns="0" rtlCol="0" tIns="0">
            <a:spAutoFit/>
          </a:bodyPr>
          <a:lstStyle/>
          <a:p>
            <a:pPr algn="l" indent="0" lvl="0" marL="0" marR="0" rtl="false">
              <a:lnSpc>
                <a:spcPts val="3855"/>
              </a:lnSpc>
              <a:spcBef>
                <a:spcPct val="0"/>
              </a:spcBef>
              <a:spcAft>
                <a:spcPct val="0"/>
              </a:spcAft>
              <a:buNone/>
            </a:pPr>
            <a:r>
              <a:rPr b="1" baseline="0" cap="none" dirty="0" i="0" lang="en-US" spc="-55" strike="noStrike" sz="2755" u="none">
                <a:ln>
                  <a:noFill/>
                </a:ln>
                <a:solidFill>
                  <a:srgbClr val="051d40"/>
                </a:solidFill>
                <a:latin typeface="Poppins"/>
              </a:rPr>
              <a:t>SUPERVISED BY</a:t>
            </a:r>
          </a:p>
          <a:p>
            <a:pPr algn="l" indent="0" lvl="0" marL="0" marR="0" rtl="false">
              <a:lnSpc>
                <a:spcPts val="3855"/>
              </a:lnSpc>
              <a:spcBef>
                <a:spcPct val="0"/>
              </a:spcBef>
              <a:spcAft>
                <a:spcPct val="0"/>
              </a:spcAft>
              <a:buNone/>
            </a:pPr>
            <a:r>
              <a:rPr b="1" cap="none" dirty="0" i="0" lang="en-US" spc="-55" strike="noStrike" sz="2755" u="none">
                <a:ln>
                  <a:noFill/>
                </a:ln>
                <a:solidFill>
                  <a:srgbClr val="051d40"/>
                </a:solidFill>
                <a:latin typeface="Poppins"/>
              </a:rPr>
              <a:t/>
            </a:r>
          </a:p>
          <a:p>
            <a:pPr algn="l" indent="0" lvl="0" marL="0" marR="0" rtl="false">
              <a:lnSpc>
                <a:spcPts val="3855"/>
              </a:lnSpc>
              <a:spcBef>
                <a:spcPct val="0"/>
              </a:spcBef>
              <a:spcAft>
                <a:spcPct val="0"/>
              </a:spcAft>
              <a:buNone/>
            </a:pPr>
            <a:r>
              <a:rPr b="1" baseline="0" cap="none" dirty="0" i="0" lang="en-US" spc="-55" strike="noStrike" sz="2755" u="none">
                <a:ln>
                  <a:noFill/>
                </a:ln>
                <a:solidFill>
                  <a:srgbClr val="051d40"/>
                </a:solidFill>
                <a:latin typeface="Poppins"/>
              </a:rPr>
              <a:t>Dr. </a:t>
            </a:r>
            <a:r>
              <a:rPr b="1" baseline="0" cap="none" dirty="0" i="0" lang="en-US" spc="-55" strike="noStrike" sz="2755" u="none">
                <a:ln>
                  <a:noFill/>
                </a:ln>
                <a:solidFill>
                  <a:srgbClr val="051d40"/>
                </a:solidFill>
                <a:latin typeface="Poppins"/>
              </a:rPr>
              <a:t>D. </a:t>
            </a:r>
            <a:r>
              <a:rPr b="1" baseline="0" cap="none" dirty="0" err="1" i="0" lang="en-US" spc="-55" strike="noStrike" sz="2755" u="none">
                <a:ln>
                  <a:noFill/>
                </a:ln>
                <a:solidFill>
                  <a:srgbClr val="051d40"/>
                </a:solidFill>
                <a:latin typeface="Poppins"/>
              </a:rPr>
              <a:t>Dhinakaran</a:t>
            </a:r>
            <a:r>
              <a:rPr b="1" baseline="0" cap="none" dirty="0" i="0" lang="en-US" spc="-55" strike="noStrike" sz="2755" u="none">
                <a:ln>
                  <a:noFill/>
                </a:ln>
                <a:solidFill>
                  <a:srgbClr val="051d40"/>
                </a:solidFill>
                <a:latin typeface="Poppins"/>
              </a:rPr>
              <a:t> </a:t>
            </a:r>
            <a:r>
              <a:rPr b="1" baseline="0" cap="none" dirty="0" err="1" i="0" lang="en-US" spc="-55" strike="noStrike" sz="2755" u="none">
                <a:ln>
                  <a:noFill/>
                </a:ln>
                <a:solidFill>
                  <a:srgbClr val="051d40"/>
                </a:solidFill>
                <a:latin typeface="Poppins"/>
              </a:rPr>
              <a:t>;</a:t>
            </a:r>
            <a:r>
              <a:rPr b="1" baseline="0" cap="none" dirty="0" i="0" lang="en-US" spc="-55" strike="noStrike" sz="2755" u="none">
                <a:ln>
                  <a:noFill/>
                </a:ln>
                <a:solidFill>
                  <a:srgbClr val="051d40"/>
                </a:solidFill>
                <a:latin typeface="Poppins"/>
              </a:rPr>
              <a:t> </a:t>
            </a:r>
            <a:r>
              <a:rPr b="1" baseline="0" cap="none" dirty="0" i="0" lang="en-US" spc="-55" strike="noStrike" sz="2755" u="none">
                <a:ln>
                  <a:noFill/>
                </a:ln>
                <a:solidFill>
                  <a:srgbClr val="051d40"/>
                </a:solidFill>
                <a:latin typeface="Poppins"/>
              </a:rPr>
              <a:t>Associate Professor</a:t>
            </a:r>
            <a:r>
              <a:rPr b="1" baseline="0" cap="none" dirty="0" i="0" lang="en-US" spc="-55" strike="noStrike" sz="2755" u="none">
                <a:ln>
                  <a:noFill/>
                </a:ln>
                <a:solidFill>
                  <a:srgbClr val="051d40"/>
                </a:solidFill>
                <a:latin typeface="Poppins"/>
              </a:rPr>
              <a:t> </a:t>
            </a:r>
            <a:endParaRPr b="1" baseline="0" cap="none" dirty="0" i="0" lang="en-US" spc="-55" strike="noStrike" sz="2755" u="none">
              <a:ln>
                <a:noFill/>
              </a:ln>
              <a:solidFill>
                <a:srgbClr val="051d40"/>
              </a:solidFill>
              <a:latin typeface="Poppins"/>
            </a:endParaRPr>
          </a:p>
        </p:txBody>
      </p:sp>
      <p:sp>
        <p:nvSpPr>
          <p:cNvPr id="6" name="TextBox 13" title="">
            <a:extLst>
              <a:ext uri="{C0BE99FE-3908-4148-B635-439D3E9E0E58}">
                <a16:creationId xmlns:a16="http://schemas.microsoft.com/office/drawing/2010/main" id="{70DC9F39-ADA0-4393-B343-DD6A03CCDF56}"/>
              </a:ext>
            </a:extLst>
          </p:cNvPr>
          <p:cNvSpPr txBox="1"/>
          <p:nvPr/>
        </p:nvSpPr>
        <p:spPr>
          <a:xfrm rot="0">
            <a:off x="3352800" y="2171700"/>
            <a:ext cx="11085513" cy="4222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3500"/>
              </a:lnSpc>
            </a:pPr>
            <a:r>
              <a:rPr b="1" dirty="0" lang="en-US" sz="2500">
                <a:solidFill>
                  <a:srgbClr val="051d40"/>
                </a:solidFill>
                <a:latin typeface="Open Sans Extra Bold"/>
              </a:rPr>
              <a:t>DEPARTMENT OF COMPUTER SCIENCE &amp; ENGINEERING</a:t>
            </a:r>
            <a:endParaRPr b="1" dirty="0" lang="en-US" sz="2500">
              <a:solidFill>
                <a:srgbClr val="051d40"/>
              </a:solidFill>
              <a:latin typeface="Open Sans Extra Bold"/>
            </a:endParaRPr>
          </a:p>
        </p:txBody>
      </p:sp>
      <p:sp>
        <p:nvSpPr>
          <p:cNvPr id="7" name="TextBox 14" title="">
            <a:extLst>
              <a:ext uri="{F537193F-6689-49EA-85D6-4E100500095F}">
                <a16:creationId xmlns:a16="http://schemas.microsoft.com/office/drawing/2010/main" id="{0B76447A-7D6C-4923-9486-601951A124B0}"/>
              </a:ext>
            </a:extLst>
          </p:cNvPr>
          <p:cNvSpPr txBox="1"/>
          <p:nvPr/>
        </p:nvSpPr>
        <p:spPr>
          <a:xfrm rot="0">
            <a:off x="6172200" y="1409700"/>
            <a:ext cx="5868988" cy="4476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3500"/>
              </a:lnSpc>
            </a:pPr>
            <a:r>
              <a:rPr b="1" dirty="0" lang="en-US" sz="2500">
                <a:solidFill>
                  <a:srgbClr val="051d40"/>
                </a:solidFill>
                <a:latin typeface="Open Sans Extra Bold"/>
              </a:rPr>
              <a:t>SCHOOL OF COMPUTING</a:t>
            </a:r>
            <a:endParaRPr b="1" dirty="0" lang="en-US" sz="2500">
              <a:solidFill>
                <a:srgbClr val="051d40"/>
              </a:solidFill>
              <a:latin typeface="Open Sans Extra Bold"/>
            </a:endParaRPr>
          </a:p>
        </p:txBody>
      </p:sp>
      <p:sp>
        <p:nvSpPr>
          <p:cNvPr id="8" name="TextBox 16" title="">
            <a:extLst>
              <a:ext uri="{D8FF29C9-F065-4B12-8FD9-F6DF07075D13}">
                <a16:creationId xmlns:a16="http://schemas.microsoft.com/office/drawing/2010/main" id="{6C7B0EDF-EF49-4E6E-8210-FBFBB32A2B0E}"/>
              </a:ext>
            </a:extLst>
          </p:cNvPr>
          <p:cNvSpPr txBox="1"/>
          <p:nvPr/>
        </p:nvSpPr>
        <p:spPr>
          <a:xfrm rot="0">
            <a:off x="6400800" y="2781300"/>
            <a:ext cx="5519738" cy="40640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362"/>
              </a:lnSpc>
            </a:pPr>
            <a:r>
              <a:rPr b="1" dirty="0" lang="en-US" sz="2400">
                <a:solidFill>
                  <a:srgbClr val="051d40"/>
                </a:solidFill>
                <a:latin typeface="Open Sans Extra Bold"/>
              </a:rPr>
              <a:t>WINTER SEMESTER 2025-202</a:t>
            </a:r>
            <a:r>
              <a:rPr b="1" dirty="0" lang="en-US" sz="2400">
                <a:solidFill>
                  <a:srgbClr val="051d40"/>
                </a:solidFill>
                <a:latin typeface="Times New Roman"/>
              </a:rPr>
              <a:t>6</a:t>
            </a:r>
            <a:endParaRPr b="1" dirty="0" lang="en-US" sz="2400">
              <a:solidFill>
                <a:srgbClr val="051d40"/>
              </a:solidFill>
              <a:latin typeface="Times New Roman"/>
            </a:endParaRPr>
          </a:p>
        </p:txBody>
      </p:sp>
      <p:sp>
        <p:nvSpPr>
          <p:cNvPr id="9" name="TextBox 17" title="">
            <a:extLst>
              <a:ext uri="{35C8CA64-8BA9-45A1-83B9-2BAFDD593E22}">
                <a16:creationId xmlns:a16="http://schemas.microsoft.com/office/drawing/2010/main" id="{C812E308-7706-4DE4-BDAF-27DFD61457BB}"/>
              </a:ext>
            </a:extLst>
          </p:cNvPr>
          <p:cNvSpPr txBox="1"/>
          <p:nvPr/>
        </p:nvSpPr>
        <p:spPr>
          <a:xfrm rot="0">
            <a:off x="5213349" y="3390900"/>
            <a:ext cx="7664450" cy="41910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3500"/>
              </a:lnSpc>
            </a:pPr>
            <a:r>
              <a:rPr dirty="0" lang="en-US" sz="2500">
                <a:solidFill>
                  <a:srgbClr val="051d40"/>
                </a:solidFill>
                <a:latin typeface="Open Sans Extra Bold"/>
              </a:rPr>
              <a:t>10214CS701</a:t>
            </a:r>
            <a:r>
              <a:rPr dirty="0" lang="en-IN" sz="2500">
                <a:solidFill>
                  <a:srgbClr val="051d40"/>
                </a:solidFill>
                <a:latin typeface="Open Sans Extra Bold"/>
              </a:rPr>
              <a:t> </a:t>
            </a:r>
            <a:r>
              <a:rPr dirty="0" lang="en-US" sz="2500">
                <a:solidFill>
                  <a:srgbClr val="051d40"/>
                </a:solidFill>
                <a:latin typeface="Open Sans Extra Bold"/>
              </a:rPr>
              <a:t>MAJOR PROJECT </a:t>
            </a:r>
            <a:endParaRPr dirty="0" lang="en-US" sz="2500">
              <a:solidFill>
                <a:srgbClr val="051d40"/>
              </a:solidFill>
              <a:latin typeface="Open Sans Extra Bold"/>
            </a:endParaRPr>
          </a:p>
        </p:txBody>
      </p:sp>
      <p:sp>
        <p:nvSpPr>
          <p:cNvPr id="10" name="TextBox 19" title="">
            <a:extLst>
              <a:ext uri="{609029FF-EB9E-43BE-B056-D5CE86FB8E92}">
                <a16:creationId xmlns:a16="http://schemas.microsoft.com/office/drawing/2010/main" id="{C44590B4-F4FB-4863-AB88-23472511A98D}"/>
              </a:ext>
            </a:extLst>
          </p:cNvPr>
          <p:cNvSpPr txBox="1"/>
          <p:nvPr/>
        </p:nvSpPr>
        <p:spPr>
          <a:xfrm rot="0">
            <a:off x="10025063" y="7200900"/>
            <a:ext cx="6927850" cy="1277938"/>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3362"/>
              </a:lnSpc>
            </a:pPr>
            <a:r>
              <a:rPr b="1" dirty="0" lang="en-US" sz="2400">
                <a:solidFill>
                  <a:srgbClr val="051d40"/>
                </a:solidFill>
                <a:latin typeface="Open Sans Extra Bold"/>
              </a:rPr>
              <a:t>PRESENTED BY</a:t>
            </a:r>
          </a:p>
          <a:p>
            <a:pPr algn="ctr" indent="0" lvl="0" marL="0">
              <a:lnSpc>
                <a:spcPts val="3362"/>
              </a:lnSpc>
            </a:pPr>
            <a:r>
              <a:rPr b="1" dirty="0" lang="en-US" sz="2400">
                <a:solidFill>
                  <a:srgbClr val="051d40"/>
                </a:solidFill>
                <a:latin typeface="Open Sans Extra Bold"/>
              </a:rPr>
              <a:t>1. K </a:t>
            </a:r>
            <a:r>
              <a:rPr b="1" dirty="0" err="1" lang="en-US" sz="2400">
                <a:solidFill>
                  <a:srgbClr val="051d40"/>
                </a:solidFill>
                <a:latin typeface="Open Sans Extra Bold"/>
              </a:rPr>
              <a:t>VEERESH</a:t>
            </a:r>
            <a:r>
              <a:rPr b="1" dirty="0" lang="en-US" sz="2400">
                <a:solidFill>
                  <a:srgbClr val="051d40"/>
                </a:solidFill>
                <a:latin typeface="Open Sans Extra Bold"/>
              </a:rPr>
              <a:t> (VTU22009</a:t>
            </a:r>
            <a:r>
              <a:rPr b="1" dirty="0" lang="en-US" sz="2400">
                <a:solidFill>
                  <a:srgbClr val="051d40"/>
                </a:solidFill>
                <a:latin typeface="Open Sans Extra Bold"/>
              </a:rPr>
              <a:t>)(22UECS0360)</a:t>
            </a:r>
          </a:p>
          <a:p>
            <a:pPr algn="ctr" indent="0" lvl="0" marL="0">
              <a:lnSpc>
                <a:spcPts val="3362"/>
              </a:lnSpc>
            </a:pPr>
            <a:r>
              <a:rPr b="1" dirty="0" lang="en-US" sz="2400">
                <a:solidFill>
                  <a:srgbClr val="051d40"/>
                </a:solidFill>
                <a:latin typeface="Open Sans Extra Bold"/>
              </a:rPr>
              <a:t>2. E </a:t>
            </a:r>
            <a:r>
              <a:rPr b="1" dirty="0" err="1" lang="en-US" sz="2400">
                <a:solidFill>
                  <a:srgbClr val="051d40"/>
                </a:solidFill>
                <a:latin typeface="Open Sans Extra Bold"/>
              </a:rPr>
              <a:t>NANDU</a:t>
            </a:r>
            <a:r>
              <a:rPr b="1" dirty="0" lang="en-US" sz="2400">
                <a:solidFill>
                  <a:srgbClr val="051d40"/>
                </a:solidFill>
                <a:latin typeface="Open Sans Extra Bold"/>
              </a:rPr>
              <a:t> ROYAL (</a:t>
            </a:r>
            <a:r>
              <a:rPr b="1" dirty="0" lang="en-US" sz="2400">
                <a:solidFill>
                  <a:srgbClr val="051d40"/>
                </a:solidFill>
                <a:latin typeface="Open Sans Extra Bold"/>
              </a:rPr>
              <a:t>VTU22201</a:t>
            </a:r>
            <a:r>
              <a:rPr b="1" dirty="0" lang="en-US" sz="2400">
                <a:solidFill>
                  <a:srgbClr val="051d40"/>
                </a:solidFill>
                <a:latin typeface="Open Sans Extra Bold"/>
              </a:rPr>
              <a:t>)(</a:t>
            </a:r>
            <a:r>
              <a:rPr b="1" dirty="0" lang="en-US" sz="2400">
                <a:solidFill>
                  <a:srgbClr val="051d40"/>
                </a:solidFill>
                <a:latin typeface="Open Sans Extra Bold"/>
              </a:rPr>
              <a:t>22UECS0188</a:t>
            </a:r>
            <a:r>
              <a:rPr b="1" dirty="0" lang="en-US" sz="2400">
                <a:solidFill>
                  <a:srgbClr val="051d40"/>
                </a:solidFill>
                <a:latin typeface="Open Sans Extra Bold"/>
              </a:rPr>
              <a:t>)</a:t>
            </a:r>
            <a:endParaRPr b="1" dirty="0" lang="en-US" sz="2400">
              <a:solidFill>
                <a:srgbClr val="051d40"/>
              </a:solidFill>
              <a:latin typeface="Open Sans Extra Bold"/>
            </a:endParaRPr>
          </a:p>
        </p:txBody>
      </p:sp>
      <p:sp>
        <p:nvSpPr>
          <p:cNvPr id="11" name="Date Placeholder 22">
            <a:extLst>
              <a:ext uri="{95C28CE7-B1EC-469B-87F9-0EC55B68D345}">
                <a16:creationId xmlns:a16="http://schemas.microsoft.com/office/drawing/2010/main" id="{8DD2DB06-E03C-4655-A869-EAABA61EBEBA}"/>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D60A5472-95F7-45B9-927A-980A0E69F990}"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12" name="Slide Number Placeholder 23" title="">
            <a:extLst>
              <a:ext uri="{020455E8-0447-423F-A3BC-647492941B90}">
                <a16:creationId xmlns:a16="http://schemas.microsoft.com/office/drawing/2010/main" id="{E09E1521-41DE-4437-9321-9DD43EB42DE4}"/>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57C35526-93C9-4A3D-9690-DA12C8D8C7D0}" type="slidenum"/>
            <a:endParaRPr b="1" dirty="0" lang="en-US" sz="1800">
              <a:solidFill>
                <a:schemeClr val="accent1"/>
              </a:solidFill>
              <a:latin typeface="Corbel"/>
            </a:endParaRPr>
          </a:p>
        </p:txBody>
      </p:sp>
      <p:sp>
        <p:nvSpPr>
          <p:cNvPr id="13" name="Footer Placeholder 24">
            <a:extLst>
              <a:ext uri="{7BBA2E9C-673D-4C30-A310-4F106448CFFE}">
                <a16:creationId xmlns:a16="http://schemas.microsoft.com/office/drawing/2010/main" id="{E9840E4B-8884-4A3A-9CF8-84891C6CA161}"/>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14" name="TextBox 18" title="">
            <a:extLst>
              <a:ext uri="{11D20285-1287-4EF3-A9E4-B2EBCE2D5BB9}">
                <a16:creationId xmlns:a16="http://schemas.microsoft.com/office/drawing/2010/main" id="{2297AC59-517B-464B-BCBC-2A5A2C13C2E7}"/>
              </a:ext>
            </a:extLst>
          </p:cNvPr>
          <p:cNvSpPr txBox="1"/>
          <p:nvPr/>
        </p:nvSpPr>
        <p:spPr>
          <a:xfrm rot="0">
            <a:off x="3602831" y="5429250"/>
            <a:ext cx="10585451" cy="66675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5738"/>
              </a:lnSpc>
            </a:pPr>
            <a:r>
              <a:rPr b="1" dirty="0" lang="en-US" sz="3600">
                <a:solidFill>
                  <a:srgbClr val="051d40"/>
                </a:solidFill>
                <a:latin typeface="Open Sans Extra Bold"/>
              </a:rPr>
              <a:t>REVIEW </a:t>
            </a:r>
            <a:endParaRPr b="1" dirty="0" lang="en-US" sz="3600">
              <a:solidFill>
                <a:srgbClr val="051d40"/>
              </a:solidFill>
              <a:latin typeface="Open Sans Extra Bold"/>
            </a:endParaRPr>
          </a:p>
        </p:txBody>
      </p:sp>
      <p:sp>
        <p:nvSpPr>
          <p:cNvPr id="15" name="TextBox 3" title="">
            <a:extLst>
              <a:ext uri="{0DA735A0-04DD-4353-9DD3-2E3FA00996BC}">
                <a16:creationId xmlns:a16="http://schemas.microsoft.com/office/drawing/2010/main" id="{EED85B7C-54E2-4ACF-A706-BDFC13AC6E60}"/>
              </a:ext>
            </a:extLst>
          </p:cNvPr>
          <p:cNvSpPr txBox="1"/>
          <p:nvPr/>
        </p:nvSpPr>
        <p:spPr>
          <a:xfrm rot="0">
            <a:off x="128349" y="3697538"/>
            <a:ext cx="16912142" cy="1548898"/>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5738"/>
              </a:lnSpc>
            </a:pPr>
            <a:r>
              <a:rPr b="1" dirty="0" lang="en-US" sz="4100">
                <a:solidFill>
                  <a:srgbClr val="051d40"/>
                </a:solidFill>
                <a:latin typeface="Open Sans Extra Bold"/>
              </a:rPr>
              <a:t>“</a:t>
            </a:r>
            <a:r>
              <a:rPr b="1" dirty="0" lang="en-US" sz="4100">
                <a:solidFill>
                  <a:srgbClr val="051d40"/>
                </a:solidFill>
                <a:latin typeface="Open Sans Extra Bold"/>
              </a:rPr>
              <a:t>Meeting Summarizer: AI Tool that Converts </a:t>
            </a:r>
          </a:p>
          <a:p>
            <a:pPr algn="ctr" indent="0" lvl="0" marL="0">
              <a:lnSpc>
                <a:spcPts val="5738"/>
              </a:lnSpc>
            </a:pPr>
            <a:r>
              <a:rPr b="1" dirty="0" lang="en-US" sz="4100">
                <a:solidFill>
                  <a:srgbClr val="051d40"/>
                </a:solidFill>
                <a:latin typeface="Open Sans Extra Bold"/>
              </a:rPr>
              <a:t>Meeting Trasnscripts into Action Plans</a:t>
            </a:r>
            <a:r>
              <a:rPr b="1" dirty="0" lang="en-US" sz="4100">
                <a:solidFill>
                  <a:srgbClr val="051d40"/>
                </a:solidFill>
                <a:latin typeface="Open Sans Extra Bold"/>
              </a:rPr>
              <a:t>”</a:t>
            </a:r>
            <a:endParaRPr b="1" dirty="0" lang="en-US" sz="4100">
              <a:solidFill>
                <a:srgbClr val="051d40"/>
              </a:solidFill>
              <a:latin typeface="Open Sans Extra Bold"/>
            </a:endParaRPr>
          </a:p>
        </p:txBody>
      </p:sp>
    </p:spTree>
    <p:extLst>
      <p:ext uri="{DB456159-CADB-4548-9437-84A183F319B7}">
        <p14:creationId xmlns:p14="http://schemas.microsoft.com/office/powerpoint/2010/main" val="1770999092307"/>
      </p:ext>
    </p:extLst>
  </p:cSld>
  <p:clrMapOvr>
    <a:masterClrMapping/>
  </p:clrMapOvr>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2">
    <p:bg>
      <p:bgPr>
        <a:solidFill>
          <a:srgbClr val="fdfdfd"/>
        </a:solidFill>
        <a:effectLst/>
      </p:bgPr>
    </p:bg>
    <p:spTree>
      <p:nvGrpSpPr>
        <p:cNvPr id="1" name=""/>
        <p:cNvGrpSpPr/>
        <p:nvPr/>
      </p:nvGrpSpPr>
      <p:grpSpPr>
        <a:xfrm>
          <a:off x="0" y="0"/>
          <a:ext cx="0" cy="0"/>
          <a:chOff x="0" y="0"/>
          <a:chExt cx="0" cy="0"/>
        </a:xfrm>
      </p:grpSpPr>
      <p:sp>
        <p:nvSpPr>
          <p:cNvPr id="2" name="TextBox 5">
            <a:extLst>
              <a:ext uri="{E332EF83-B5D1-4FE7-85D5-4395E624D724}">
                <a16:creationId xmlns:a16="http://schemas.microsoft.com/office/drawing/2010/main" id="{24734E1E-2313-40CF-A104-815C1B5BF0C0}"/>
              </a:ext>
            </a:extLst>
          </p:cNvPr>
          <p:cNvSpPr txBox="1"/>
          <p:nvPr/>
        </p:nvSpPr>
        <p:spPr>
          <a:xfrm rot="0">
            <a:off x="7696200" y="1028700"/>
            <a:ext cx="3770313" cy="933450"/>
          </a:xfrm>
          <a:prstGeom prst="rect">
            <a:avLst/>
          </a:prstGeom>
        </p:spPr>
        <p:txBody>
          <a:bodyPr bIns="0" lIns="0" rIns="0" rtlCol="0" tIns="0">
            <a:spAutoFit/>
          </a:bodyPr>
          <a:lstStyle/>
          <a:p>
            <a:pPr algn="ctr" indent="0" lvl="0" marL="0" marR="0" rtl="false">
              <a:lnSpc>
                <a:spcPts val="7285"/>
              </a:lnSpc>
              <a:spcBef>
                <a:spcPct val="0"/>
              </a:spcBef>
              <a:spcAft>
                <a:spcPct val="0"/>
              </a:spcAft>
              <a:buNone/>
            </a:pPr>
            <a:r>
              <a:rPr b="1" baseline="0" cap="none" dirty="0" i="0" lang="en-IN" spc="0" strike="noStrike" sz="5205" u="none">
                <a:ln>
                  <a:noFill/>
                </a:ln>
                <a:solidFill>
                  <a:srgbClr val="000000"/>
                </a:solidFill>
                <a:latin typeface="Open Sans Extra Bold"/>
              </a:rPr>
              <a:t>CONTENT</a:t>
            </a:r>
            <a:endParaRPr b="1" baseline="0" cap="none" dirty="0" i="0" lang="en-IN" spc="0" strike="noStrike" sz="5205" u="none">
              <a:ln>
                <a:noFill/>
              </a:ln>
              <a:solidFill>
                <a:srgbClr val="000000"/>
              </a:solidFill>
              <a:latin typeface="Open Sans Extra Bold"/>
            </a:endParaRPr>
          </a:p>
        </p:txBody>
      </p:sp>
      <p:sp>
        <p:nvSpPr>
          <p:cNvPr id="3" name="Date Placeholder 12">
            <a:extLst>
              <a:ext uri="{E6A02734-99F6-4E27-A89E-637146133100}">
                <a16:creationId xmlns:a16="http://schemas.microsoft.com/office/drawing/2010/main" id="{C995DAA2-F5EB-42CD-BCC6-AB2830415885}"/>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7C541BE0-A018-45B1-AE58-15C4B1FABF11}"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Slide Number Placeholder 13" title="">
            <a:extLst>
              <a:ext uri="{14A8BB8E-2EBD-4966-850C-0841B39BB88A}">
                <a16:creationId xmlns:a16="http://schemas.microsoft.com/office/drawing/2010/main" id="{66BD085F-576F-4351-BE06-FDF8E619655D}"/>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95AEDC25-D561-4305-9E36-DD9C306D9F0D}" type="slidenum"/>
            <a:endParaRPr b="1" dirty="0" lang="en-US" sz="1800">
              <a:solidFill>
                <a:schemeClr val="accent1"/>
              </a:solidFill>
              <a:latin typeface="Corbel"/>
            </a:endParaRPr>
          </a:p>
        </p:txBody>
      </p:sp>
      <p:sp>
        <p:nvSpPr>
          <p:cNvPr id="5" name="Footer Placeholder 14">
            <a:extLst>
              <a:ext uri="{327A1551-CEAC-40A0-8D43-703D8265635B}">
                <a16:creationId xmlns:a16="http://schemas.microsoft.com/office/drawing/2010/main" id="{3FB3DB41-CF50-4F17-99B5-87C7D5DBFC6A}"/>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TextBox 1" title="">
            <a:extLst>
              <a:ext uri="{E3A80AD3-A2C8-4928-BD25-D943F6840AD7}">
                <a16:creationId xmlns:a16="http://schemas.microsoft.com/office/drawing/2010/main" id="{ADE610EB-51F7-422E-82F0-589C7328C376}"/>
              </a:ext>
            </a:extLst>
          </p:cNvPr>
          <p:cNvSpPr txBox="1"/>
          <p:nvPr/>
        </p:nvSpPr>
        <p:spPr>
          <a:xfrm rot="0">
            <a:off x="1981200" y="2247900"/>
            <a:ext cx="13335000" cy="7477125"/>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285750" lvl="0" marL="285750">
              <a:buChar char="•"/>
              <a:buFont typeface=""/>
            </a:pPr>
            <a:r>
              <a:rPr b="1" dirty="0" lang="en-IN" sz="2400">
                <a:latin typeface="Arial"/>
              </a:rPr>
              <a:t>Introduction &amp; Problem Statement</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Project Goals &amp; Objectives</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Literature Review &amp; Background</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Proposed System Architecture</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Methodology &amp; Implementation Plan</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Technology Stack &amp; Tools</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Expected Outcomes &amp; Deliverables</a:t>
            </a:r>
          </a:p>
          <a:p>
            <a:pPr indent="-285750" lvl="0" marL="285750"/>
            <a:r>
              <a:rPr b="1" dirty="0" lang="en-IN" sz="2400">
                <a:latin typeface="Arial"/>
              </a:rPr>
              <a:t/>
            </a:r>
          </a:p>
          <a:p>
            <a:pPr indent="-285750" lvl="0" marL="285750">
              <a:buChar char="•"/>
              <a:buFont typeface=""/>
            </a:pPr>
            <a:r>
              <a:rPr b="1" dirty="0" lang="en-IN" sz="2400">
                <a:latin typeface="Arial"/>
              </a:rPr>
              <a:t>Publication Status</a:t>
            </a:r>
          </a:p>
          <a:p>
            <a:pPr indent="-285750" lvl="0" marL="285750">
              <a:buChar char="•"/>
              <a:buFont typeface=""/>
            </a:pPr>
            <a:r>
              <a:rPr b="1" dirty="0" lang="en-IN" sz="2400">
                <a:latin typeface="Arial"/>
              </a:rPr>
              <a:t/>
            </a:r>
          </a:p>
          <a:p>
            <a:pPr indent="-285750" lvl="0" marL="285750">
              <a:buChar char="•"/>
              <a:buFont typeface=""/>
            </a:pPr>
            <a:r>
              <a:rPr b="1" dirty="0" lang="en-US" sz="2400">
                <a:latin typeface="Arial"/>
              </a:rPr>
              <a:t>Progress &amp; Milestones Achieved (For Review-1)</a:t>
            </a:r>
          </a:p>
          <a:p>
            <a:pPr indent="-285750" lvl="0" marL="285750">
              <a:buChar char="•"/>
              <a:buFont typeface=""/>
            </a:pPr>
            <a:r>
              <a:rPr b="1" dirty="0" lang="en-IN" sz="2400">
                <a:latin typeface="Arial"/>
              </a:rPr>
              <a:t/>
            </a:r>
          </a:p>
          <a:p>
            <a:pPr indent="-285750" lvl="0" marL="285750">
              <a:buChar char="•"/>
              <a:buFont typeface=""/>
            </a:pPr>
            <a:r>
              <a:rPr b="1" dirty="0" lang="en-IN" sz="2400">
                <a:latin typeface="Arial"/>
              </a:rPr>
              <a:t>Future Work &amp; Next Steps</a:t>
            </a:r>
          </a:p>
          <a:p>
            <a:pPr indent="-285750" lvl="0" marL="285750">
              <a:buChar char="•"/>
              <a:buFont typeface=""/>
            </a:pPr>
            <a:r>
              <a:rPr b="1" dirty="0" lang="en-IN" sz="2400">
                <a:latin typeface="Arial"/>
              </a:rPr>
              <a:t>References</a:t>
            </a:r>
            <a:endParaRPr b="1" dirty="0" lang="en-IN" sz="2400">
              <a:latin typeface="Arial"/>
            </a:endParaRPr>
          </a:p>
        </p:txBody>
      </p:sp>
    </p:spTree>
    <p:extLst>
      <p:ext uri="{4431E22B-9B25-477E-B2F1-B4E99041A43F}">
        <p14:creationId xmlns:p14="http://schemas.microsoft.com/office/powerpoint/2010/main" val="1770999092309"/>
      </p:ext>
    </p:ext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3">
    <p:bg>
      <p:bgPr>
        <a:solidFill>
          <a:srgbClr val="fdfdfd"/>
        </a:solidFill>
        <a:effectLst/>
      </p:bgPr>
    </p:bg>
    <p:spTree>
      <p:nvGrpSpPr>
        <p:cNvPr id="1" name=""/>
        <p:cNvGrpSpPr/>
        <p:nvPr/>
      </p:nvGrpSpPr>
      <p:grpSpPr>
        <a:xfrm>
          <a:off x="0" y="0"/>
          <a:ext cx="0" cy="0"/>
          <a:chOff x="0" y="0"/>
          <a:chExt cx="0" cy="0"/>
        </a:xfrm>
      </p:grpSpPr>
      <p:sp>
        <p:nvSpPr>
          <p:cNvPr id="2" name="TextBox 6">
            <a:extLst>
              <a:ext uri="{A900C1B6-298F-4B65-B7BB-CC35335A8634}">
                <a16:creationId xmlns:a16="http://schemas.microsoft.com/office/drawing/2010/main" id="{121AF736-CE24-4D35-BBA9-121B90F62480}"/>
              </a:ext>
            </a:extLst>
          </p:cNvPr>
          <p:cNvSpPr txBox="1"/>
          <p:nvPr/>
        </p:nvSpPr>
        <p:spPr>
          <a:xfrm rot="0">
            <a:off x="685800" y="384175"/>
            <a:ext cx="12496800" cy="730250"/>
          </a:xfrm>
          <a:prstGeom prst="rect">
            <a:avLst/>
          </a:prstGeom>
        </p:spPr>
        <p:txBody>
          <a:bodyPr bIns="0" lIns="0" rIns="0" rtlCol="0" tIns="0">
            <a:spAutoFit/>
          </a:bodyPr>
          <a:lstStyle/>
          <a:p>
            <a:pPr algn="ctr" indent="0" lvl="0" marL="0" marR="0" rtl="false">
              <a:lnSpc>
                <a:spcPts val="6075"/>
              </a:lnSpc>
              <a:spcBef>
                <a:spcPct val="0"/>
              </a:spcBef>
              <a:spcAft>
                <a:spcPct val="0"/>
              </a:spcAft>
              <a:buNone/>
            </a:pPr>
            <a:r>
              <a:rPr b="1" baseline="0" cap="none" dirty="0" i="0" lang="en-US" spc="0" strike="noStrike" sz="4340" u="none">
                <a:ln>
                  <a:noFill/>
                </a:ln>
                <a:solidFill>
                  <a:srgbClr val="000000"/>
                </a:solidFill>
                <a:latin typeface="Open Sans Extra Bold"/>
              </a:rPr>
              <a:t>Introduction &amp; Problem Statement</a:t>
            </a:r>
            <a:endParaRPr b="1" baseline="0" cap="none" dirty="0" i="0" lang="en-US" spc="0" strike="noStrike" sz="4340" u="none">
              <a:ln>
                <a:noFill/>
              </a:ln>
              <a:solidFill>
                <a:srgbClr val="000000"/>
              </a:solidFill>
              <a:latin typeface="Open Sans Extra Bold"/>
            </a:endParaRPr>
          </a:p>
        </p:txBody>
      </p:sp>
      <p:sp>
        <p:nvSpPr>
          <p:cNvPr id="3" name="Date Placeholder 9">
            <a:extLst>
              <a:ext uri="{EBA94D95-FC6B-4161-8FEA-07879647F636}">
                <a16:creationId xmlns:a16="http://schemas.microsoft.com/office/drawing/2010/main" id="{AA07041D-663D-403A-A41C-05C72D81EBB2}"/>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24BD9919-3FD2-44CC-9CEC-2DED55E55F6B}"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Slide Number Placeholder 10" title="">
            <a:extLst>
              <a:ext uri="{B550A753-DAF8-4AC4-8CAF-993A411F500E}">
                <a16:creationId xmlns:a16="http://schemas.microsoft.com/office/drawing/2010/main" id="{97573B4F-B7E6-45F3-AEF9-5891ADB5B69F}"/>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3B9FFBC2-4D12-4259-B6D3-14832447751A}" type="slidenum"/>
            <a:endParaRPr b="1" dirty="0" lang="en-US" sz="1800">
              <a:solidFill>
                <a:schemeClr val="accent1"/>
              </a:solidFill>
              <a:latin typeface="Corbel"/>
            </a:endParaRPr>
          </a:p>
        </p:txBody>
      </p:sp>
      <p:sp>
        <p:nvSpPr>
          <p:cNvPr id="5" name="Footer Placeholder 11">
            <a:extLst>
              <a:ext uri="{CA0205D2-527D-4128-B8B8-6A6905D77B45}">
                <a16:creationId xmlns:a16="http://schemas.microsoft.com/office/drawing/2010/main" id="{B6C143B1-121A-4767-8A96-46C83DFF9A52}"/>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TextBox 1">
            <a:extLst>
              <a:ext uri="{97B01BFA-BDF5-4123-A4CA-2981B6B20805}">
                <a16:creationId xmlns:a16="http://schemas.microsoft.com/office/drawing/2010/main" id="{C221177F-164C-44B9-907E-93BCB2CBBB7A}"/>
              </a:ext>
            </a:extLst>
          </p:cNvPr>
          <p:cNvSpPr txBox="1"/>
          <p:nvPr/>
        </p:nvSpPr>
        <p:spPr>
          <a:xfrm rot="0">
            <a:off x="1371600" y="1790700"/>
            <a:ext cx="14838473" cy="5576411"/>
          </a:xfrm>
          <a:prstGeom prst="rect">
            <a:avLst/>
          </a:prstGeom>
          <a:noFill/>
        </p:spPr>
        <p:txBody>
          <a:bodyPr rtlCol="0">
            <a:spAutoFit/>
          </a:bodyPr>
          <a:lstStyle/>
          <a:p>
            <a:pPr algn="just" indent="-342900" lvl="0" marL="342900" marR="0" rtl="false">
              <a:lnSpc>
                <a:spcPct val="100000"/>
              </a:lnSpc>
              <a:spcBef>
                <a:spcPct val="0"/>
              </a:spcBef>
              <a:spcAft>
                <a:spcPct val="0"/>
              </a:spcAft>
              <a:buChar char="•"/>
              <a:buFont typeface="Arial"/>
            </a:pPr>
            <a:r>
              <a:rPr b="0" baseline="0" cap="none" dirty="0" i="0" lang="en-IN" spc="0" strike="noStrike" sz="2400" u="none">
                <a:ln>
                  <a:noFill/>
                </a:ln>
                <a:solidFill>
                  <a:schemeClr val="tx1"/>
                </a:solidFill>
                <a:latin typeface="Arial"/>
              </a:rPr>
              <a:t> </a:t>
            </a:r>
            <a:r>
              <a:rPr b="1" baseline="0" cap="none" dirty="0" i="0" lang="en-US" spc="0" strike="noStrike" sz="2400" u="none">
                <a:ln>
                  <a:noFill/>
                </a:ln>
                <a:solidFill>
                  <a:schemeClr val="tx1"/>
                </a:solidFill>
                <a:latin typeface="Arial"/>
              </a:rPr>
              <a:t>Introduction:</a:t>
            </a:r>
            <a:r>
              <a:rPr b="0" baseline="0" cap="none" dirty="0" i="0" lang="en-US" spc="0" strike="noStrike" sz="2400" u="none">
                <a:ln>
                  <a:noFill/>
                </a:ln>
                <a:solidFill>
                  <a:schemeClr val="tx1"/>
                </a:solidFill>
                <a:latin typeface="Arial"/>
              </a:rPr>
              <a:t> </a:t>
            </a:r>
          </a:p>
          <a:p>
            <a:pPr algn="just" indent="-342900" lvl="0" marL="342900" marR="0" rtl="false">
              <a:lnSpc>
                <a:spcPct val="100000"/>
              </a:lnSpc>
              <a:spcBef>
                <a:spcPct val="0"/>
              </a:spcBef>
              <a:spcAft>
                <a:spcPct val="0"/>
              </a:spcAft>
              <a:buChar char="•"/>
              <a:buFont typeface="Arial"/>
            </a:pPr>
            <a:r>
              <a:rPr b="0" cap="none" dirty="0" i="0" lang="en-US" spc="0" strike="noStrike" sz="2400" u="none">
                <a:ln>
                  <a:noFill/>
                </a:ln>
                <a:solidFill>
                  <a:schemeClr val="tx1"/>
                </a:solidFill>
                <a:latin typeface="Arial"/>
              </a:rPr>
              <a:t/>
            </a:r>
          </a:p>
          <a:p>
            <a:pPr algn="just" indent="0" lvl="3" marL="1371600" marR="0" rtl="false">
              <a:lnSpc>
                <a:spcPct val="100000"/>
              </a:lnSpc>
              <a:spcBef>
                <a:spcPct val="0"/>
              </a:spcBef>
              <a:spcAft>
                <a:spcPct val="0"/>
              </a:spcAft>
              <a:buNone/>
            </a:pPr>
            <a:r>
              <a:rPr b="0" baseline="0" cap="none" dirty="0" i="0" lang="en-US" spc="0" strike="noStrike" sz="2400" u="none">
                <a:ln>
                  <a:noFill/>
                </a:ln>
                <a:solidFill>
                  <a:schemeClr val="tx1"/>
                </a:solidFill>
                <a:latin typeface="Arial"/>
              </a:rPr>
              <a:t>The rise of virtual work has increased meetings and unstructured data, making it hard to recall decisions and action items. Existing tools provide only transcripts or basic summaries, lacking structured action plans, ownership, and deadlines. Meeting Summarizer solves this through an AI-driven system that converts transcripts into actionable plans using speech-to-text and </a:t>
            </a:r>
            <a:r>
              <a:rPr b="0" baseline="0" cap="none" dirty="0" err="1" i="0" lang="en-US" spc="0" strike="noStrike" sz="2400" u="none">
                <a:ln>
                  <a:noFill/>
                </a:ln>
                <a:solidFill>
                  <a:schemeClr val="tx1"/>
                </a:solidFill>
                <a:latin typeface="Arial"/>
              </a:rPr>
              <a:t>NLP</a:t>
            </a:r>
            <a:r>
              <a:rPr b="0" baseline="0" cap="none" dirty="0" i="0" lang="en-US" spc="0" strike="noStrike" sz="2400" u="none">
                <a:ln>
                  <a:noFill/>
                </a:ln>
                <a:solidFill>
                  <a:schemeClr val="tx1"/>
                </a:solidFill>
                <a:latin typeface="Arial"/>
              </a:rPr>
              <a:t> to identify decisions, extract tasks, assign owners, and detect deadlines. With multilingual support, real-time analysis, and a modular architecture, it reduces cognitive load and improves accountability and efficiency.</a:t>
            </a:r>
          </a:p>
          <a:p>
            <a:pPr algn="just" indent="0" lvl="0" marL="0" marR="0" rtl="false">
              <a:lnSpc>
                <a:spcPct val="100000"/>
              </a:lnSpc>
              <a:spcBef>
                <a:spcPct val="0"/>
              </a:spcBef>
              <a:spcAft>
                <a:spcPct val="0"/>
              </a:spcAft>
              <a:buNone/>
            </a:pPr>
            <a:r>
              <a:rPr b="0" baseline="0" cap="none" dirty="0" i="0" lang="en-US" spc="0" strike="noStrike" sz="2400" u="none">
                <a:ln>
                  <a:noFill/>
                </a:ln>
                <a:solidFill>
                  <a:schemeClr val="tx1"/>
                </a:solidFill>
                <a:latin typeface="Arial"/>
              </a:rPr>
              <a:t/>
            </a:r>
          </a:p>
          <a:p>
            <a:pPr algn="just" indent="-342900" lvl="0" marL="342900" marR="0" rtl="false">
              <a:lnSpc>
                <a:spcPct val="100000"/>
              </a:lnSpc>
              <a:spcBef>
                <a:spcPct val="0"/>
              </a:spcBef>
              <a:spcAft>
                <a:spcPct val="0"/>
              </a:spcAft>
              <a:buChar char="•"/>
              <a:buFont typeface="Arial"/>
            </a:pPr>
            <a:r>
              <a:rPr b="1" baseline="0" cap="none" dirty="0" i="0" lang="en-US" spc="0" strike="noStrike" sz="2400" u="none">
                <a:ln>
                  <a:noFill/>
                </a:ln>
                <a:solidFill>
                  <a:schemeClr val="tx1"/>
                </a:solidFill>
                <a:latin typeface="Arial"/>
              </a:rPr>
              <a:t>Problem Statement:</a:t>
            </a:r>
            <a:r>
              <a:rPr b="0" baseline="0" cap="none" dirty="0" i="0" lang="en-US" spc="0" strike="noStrike" sz="2400" u="none">
                <a:ln>
                  <a:noFill/>
                </a:ln>
                <a:solidFill>
                  <a:schemeClr val="tx1"/>
                </a:solidFill>
                <a:latin typeface="Arial"/>
              </a:rPr>
              <a:t> </a:t>
            </a:r>
          </a:p>
          <a:p>
            <a:pPr algn="just" indent="0" lvl="2" marL="914400" marR="0" rtl="false">
              <a:lnSpc>
                <a:spcPct val="100000"/>
              </a:lnSpc>
              <a:spcBef>
                <a:spcPct val="0"/>
              </a:spcBef>
              <a:spcAft>
                <a:spcPct val="0"/>
              </a:spcAft>
              <a:buNone/>
            </a:pPr>
            <a:r>
              <a:rPr b="0" cap="none" dirty="0" i="0" lang="en-US" spc="0" strike="noStrike" sz="2400" u="none">
                <a:ln>
                  <a:noFill/>
                </a:ln>
                <a:solidFill>
                  <a:schemeClr val="tx1"/>
                </a:solidFill>
                <a:latin typeface="Arial"/>
              </a:rPr>
              <a:t/>
            </a:r>
          </a:p>
          <a:p>
            <a:pPr algn="just" indent="0" lvl="2" marL="914400" marR="0" rtl="false">
              <a:lnSpc>
                <a:spcPct val="100000"/>
              </a:lnSpc>
              <a:spcBef>
                <a:spcPct val="0"/>
              </a:spcBef>
              <a:spcAft>
                <a:spcPct val="0"/>
              </a:spcAft>
              <a:buNone/>
            </a:pPr>
            <a:r>
              <a:rPr b="0" baseline="0" cap="none" dirty="0" i="0" lang="en-US" spc="0" strike="noStrike" sz="2400" u="none">
                <a:ln>
                  <a:noFill/>
                </a:ln>
                <a:solidFill>
                  <a:schemeClr val="tx1"/>
                </a:solidFill>
                <a:latin typeface="Arial"/>
              </a:rPr>
              <a:t>"Meetings generate unstructured conversations where critical decisions and action items are lost, and existing tools provide only transcripts or basic summaries without structured action plans, accountability, or deadlines—leading to missed tasks, miscommunication, and reduced productivity."</a:t>
            </a:r>
            <a:endParaRPr b="0" baseline="0" cap="none" dirty="0" i="0" lang="en-US" spc="0" strike="noStrike" sz="2400" u="none">
              <a:ln>
                <a:noFill/>
              </a:ln>
              <a:solidFill>
                <a:schemeClr val="tx1"/>
              </a:solidFill>
              <a:latin typeface="Arial"/>
            </a:endParaRPr>
          </a:p>
        </p:txBody>
      </p:sp>
    </p:spTree>
    <p:extLst>
      <p:ext uri="{27A7B5B9-0A2B-4C7C-89B9-B150BFF07294}">
        <p14:creationId xmlns:p14="http://schemas.microsoft.com/office/powerpoint/2010/main" val="1770999092310"/>
      </p:ext>
    </p:ext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4">
    <p:bg>
      <p:bgPr>
        <a:solidFill>
          <a:srgbClr val="fdfdfd"/>
        </a:solidFill>
        <a:effectLst/>
      </p:bgPr>
    </p:bg>
    <p:spTree>
      <p:nvGrpSpPr>
        <p:cNvPr id="1" name=""/>
        <p:cNvGrpSpPr/>
        <p:nvPr/>
      </p:nvGrpSpPr>
      <p:grpSpPr>
        <a:xfrm>
          <a:off x="0" y="0"/>
          <a:ext cx="0" cy="0"/>
          <a:chOff x="0" y="0"/>
          <a:chExt cx="0" cy="0"/>
        </a:xfrm>
      </p:grpSpPr>
      <p:sp>
        <p:nvSpPr>
          <p:cNvPr id="2" name="TextBox 5" title="">
            <a:extLst>
              <a:ext uri="{9AD52302-8A30-4975-A36C-BD7E3CF7EBC8}">
                <a16:creationId xmlns:a16="http://schemas.microsoft.com/office/drawing/2010/main" id="{99F825CC-BFFC-4E8E-A4B7-FBA562785E9D}"/>
              </a:ext>
            </a:extLst>
          </p:cNvPr>
          <p:cNvSpPr txBox="1"/>
          <p:nvPr/>
        </p:nvSpPr>
        <p:spPr>
          <a:xfrm rot="0">
            <a:off x="1238250" y="1190625"/>
            <a:ext cx="9505950" cy="62865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4900"/>
              </a:lnSpc>
            </a:pPr>
            <a:r>
              <a:rPr b="1" dirty="0" lang="en-US" sz="4400">
                <a:solidFill>
                  <a:srgbClr val="000000"/>
                </a:solidFill>
                <a:latin typeface="Arial"/>
              </a:rPr>
              <a:t> Project Goals &amp; Objectives</a:t>
            </a:r>
            <a:endParaRPr b="1" dirty="0" lang="en-US" sz="4400">
              <a:solidFill>
                <a:srgbClr val="000000"/>
              </a:solidFill>
              <a:latin typeface="Arial"/>
            </a:endParaRPr>
          </a:p>
        </p:txBody>
      </p:sp>
      <p:sp>
        <p:nvSpPr>
          <p:cNvPr id="3" name="Date Placeholder 11">
            <a:extLst>
              <a:ext uri="{F4882D56-DC51-4048-BAED-CF9C7115F210}">
                <a16:creationId xmlns:a16="http://schemas.microsoft.com/office/drawing/2010/main" id="{CF21746B-9E42-4A61-9892-EB8376340CAB}"/>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9D4F72B5-7F83-4EC2-889B-E8DD111D5B0A}"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Slide Number Placeholder 12" title="">
            <a:extLst>
              <a:ext uri="{2A72AAD2-A8B9-41E0-9630-2D9F28D744CA}">
                <a16:creationId xmlns:a16="http://schemas.microsoft.com/office/drawing/2010/main" id="{F706BB52-7159-4591-879B-7BA274AC31EE}"/>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6F502455-BD96-4425-8064-323D3920DAEF}" type="slidenum"/>
            <a:endParaRPr b="1" dirty="0" lang="en-US" sz="1800">
              <a:solidFill>
                <a:schemeClr val="accent1"/>
              </a:solidFill>
              <a:latin typeface="Corbel"/>
            </a:endParaRPr>
          </a:p>
        </p:txBody>
      </p:sp>
      <p:sp>
        <p:nvSpPr>
          <p:cNvPr id="5" name="Footer Placeholder 13">
            <a:extLst>
              <a:ext uri="{45EB36CA-5499-44B3-A40D-8381F83E383A}">
                <a16:creationId xmlns:a16="http://schemas.microsoft.com/office/drawing/2010/main" id="{C2D65B08-2CDE-4E17-A9CA-795EC17BE002}"/>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6" name="TextBox 1" title="">
            <a:extLst>
              <a:ext uri="{914FC131-553D-465C-B835-089F33D8F11D}">
                <a16:creationId xmlns:a16="http://schemas.microsoft.com/office/drawing/2010/main" id="{1864B5BF-FB56-4A1E-9185-52D23DE8571F}"/>
              </a:ext>
            </a:extLst>
          </p:cNvPr>
          <p:cNvSpPr txBox="1"/>
          <p:nvPr/>
        </p:nvSpPr>
        <p:spPr>
          <a:xfrm rot="0">
            <a:off x="1143000" y="2400300"/>
            <a:ext cx="14444263" cy="6307740"/>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r>
              <a:rPr b="1" dirty="0" lang="en-US" sz="2400">
                <a:latin typeface="Arial"/>
              </a:rPr>
              <a:t>Overall Goal:</a:t>
            </a:r>
            <a:r>
              <a:rPr dirty="0" lang="en-US" sz="2400">
                <a:latin typeface="Arial"/>
              </a:rPr>
              <a:t> </a:t>
            </a:r>
          </a:p>
          <a:p>
            <a:pPr algn="just" indent="0" lvl="0" marL="0"/>
            <a:r>
              <a:rPr dirty="0" lang="en-US" sz="2400">
                <a:latin typeface="Arial"/>
              </a:rPr>
              <a:t>To develop an AI-powered Meeting Summarizer that transforms unstructured meeting transcripts into structured, actionable plans with clear task ownership and deadlines.</a:t>
            </a:r>
          </a:p>
          <a:p>
            <a:pPr algn="just" indent="0" lvl="0" marL="0"/>
            <a:r>
              <a:rPr dirty="0" lang="en-US" sz="2400">
                <a:latin typeface="Arial"/>
              </a:rPr>
              <a:t/>
            </a:r>
          </a:p>
          <a:p>
            <a:pPr algn="just" indent="0" lvl="0" marL="0"/>
            <a:r>
              <a:rPr dirty="0" lang="en-US" sz="2400">
                <a:latin typeface="Arial"/>
              </a:rPr>
              <a:t/>
            </a:r>
          </a:p>
          <a:p>
            <a:pPr algn="just" indent="0" lvl="0" marL="0">
              <a:buNone/>
            </a:pPr>
            <a:r>
              <a:rPr b="1" dirty="0" lang="en-US" sz="2400">
                <a:latin typeface="Arial"/>
              </a:rPr>
              <a:t>Specific Objectives:</a:t>
            </a:r>
          </a:p>
          <a:p>
            <a:pPr algn="just" indent="0" lvl="0" marL="0">
              <a:buChar char="•"/>
              <a:buFont typeface=""/>
            </a:pPr>
            <a:r>
              <a:rPr b="1" dirty="0" lang="en-US" sz="2400">
                <a:latin typeface="Arial"/>
              </a:rPr>
              <a:t/>
            </a:r>
          </a:p>
          <a:p>
            <a:pPr algn="just" indent="0" lvl="0" marL="0">
              <a:buChar char="•"/>
              <a:buFont typeface=""/>
            </a:pPr>
            <a:r>
              <a:rPr b="0" dirty="0" lang="en-US" sz="2400">
                <a:latin typeface="Arial"/>
              </a:rPr>
              <a:t> </a:t>
            </a:r>
            <a:r>
              <a:rPr b="0" dirty="0" lang="en-US" sz="2400">
                <a:latin typeface="Arial"/>
              </a:rPr>
              <a:t>Integrate speech-to-text + </a:t>
            </a:r>
            <a:r>
              <a:rPr b="0" dirty="0" err="1" lang="en-US" sz="2400">
                <a:latin typeface="Arial"/>
              </a:rPr>
              <a:t>NLP</a:t>
            </a:r>
            <a:r>
              <a:rPr b="0" dirty="0" lang="en-US" sz="2400">
                <a:latin typeface="Arial"/>
              </a:rPr>
              <a:t> + transformer models to identify discussions, decisions, and action items</a:t>
            </a:r>
          </a:p>
          <a:p>
            <a:pPr algn="just" indent="0" lvl="0" marL="0">
              <a:buChar char="•"/>
              <a:buFont typeface=""/>
            </a:pPr>
            <a:r>
              <a:rPr b="0" dirty="0" lang="en-US" sz="2400">
                <a:latin typeface="Arial"/>
              </a:rPr>
              <a:t/>
            </a:r>
          </a:p>
          <a:p>
            <a:pPr algn="just" indent="0">
              <a:buChar char="•"/>
              <a:buFont typeface=""/>
            </a:pPr>
            <a:r>
              <a:rPr b="0" dirty="0" lang="en-US" sz="2400">
                <a:latin typeface="Arial"/>
              </a:rPr>
              <a:t> </a:t>
            </a:r>
            <a:r>
              <a:rPr b="0" dirty="0" lang="en-US" sz="2400">
                <a:latin typeface="Arial"/>
              </a:rPr>
              <a:t>Automatically extract tasks, assign owners, and detect deadlines from contextual cues</a:t>
            </a:r>
          </a:p>
          <a:p>
            <a:pPr algn="just" indent="0">
              <a:buChar char="•"/>
              <a:buFont typeface=""/>
            </a:pPr>
            <a:r>
              <a:rPr b="0" dirty="0" lang="en-US" sz="2400">
                <a:latin typeface="Arial"/>
              </a:rPr>
              <a:t/>
            </a:r>
          </a:p>
          <a:p>
            <a:pPr algn="just" indent="0">
              <a:buChar char="•"/>
              <a:buFont typeface=""/>
            </a:pPr>
            <a:r>
              <a:rPr b="0" dirty="0" lang="en-US" sz="2400">
                <a:latin typeface="Arial"/>
              </a:rPr>
              <a:t> </a:t>
            </a:r>
            <a:r>
              <a:rPr b="0" dirty="0" lang="en-US" sz="2400">
                <a:latin typeface="Arial"/>
              </a:rPr>
              <a:t>Support multilingual meetings with real-time and post-meeting analysis</a:t>
            </a:r>
          </a:p>
          <a:p>
            <a:pPr algn="just" indent="0">
              <a:buChar char="•"/>
              <a:buFont typeface=""/>
            </a:pPr>
            <a:r>
              <a:rPr b="0" dirty="0" lang="en-US" sz="2400">
                <a:latin typeface="Arial"/>
              </a:rPr>
              <a:t/>
            </a:r>
          </a:p>
          <a:p>
            <a:pPr algn="just" indent="0">
              <a:buChar char="•"/>
              <a:buFont typeface=""/>
            </a:pPr>
            <a:r>
              <a:rPr b="0" dirty="0" lang="en-US" sz="2400">
                <a:latin typeface="Arial"/>
              </a:rPr>
              <a:t> </a:t>
            </a:r>
            <a:r>
              <a:rPr b="0" dirty="0" lang="en-US" sz="2400">
                <a:latin typeface="Arial"/>
              </a:rPr>
              <a:t>Ensure privacy through modular, configurable architecture</a:t>
            </a:r>
          </a:p>
          <a:p>
            <a:pPr algn="just" indent="0">
              <a:buChar char="•"/>
              <a:buFont typeface=""/>
            </a:pPr>
            <a:r>
              <a:rPr b="0" dirty="0" lang="en-US" sz="2400">
                <a:latin typeface="Arial"/>
              </a:rPr>
              <a:t/>
            </a:r>
          </a:p>
          <a:p>
            <a:pPr algn="just" indent="0">
              <a:buChar char="•"/>
              <a:buFont typeface=""/>
            </a:pPr>
            <a:r>
              <a:rPr b="0" dirty="0" lang="en-US" sz="2400">
                <a:latin typeface="Arial"/>
              </a:rPr>
              <a:t> </a:t>
            </a:r>
            <a:r>
              <a:rPr b="0" dirty="0" lang="en-US" sz="2400">
                <a:latin typeface="Arial"/>
              </a:rPr>
              <a:t>Reduce cognitive load and improve accountability &amp; efficiency</a:t>
            </a:r>
          </a:p>
          <a:p>
            <a:pPr algn="just" indent="0" lvl="0" marL="0"/>
            <a:r>
              <a:rPr dirty="0" lang="en-IN" sz="2400">
                <a:latin typeface="Arial"/>
              </a:rPr>
              <a:t/>
            </a:r>
            <a:endParaRPr dirty="0" lang="en-IN" sz="2400">
              <a:latin typeface="Arial"/>
            </a:endParaRPr>
          </a:p>
        </p:txBody>
      </p:sp>
    </p:spTree>
    <p:extLst>
      <p:ext uri="{98ED51E7-A9A0-42AC-B366-9A79F2F9EA90}">
        <p14:creationId xmlns:p14="http://schemas.microsoft.com/office/powerpoint/2010/main" val="1770999092311"/>
      </p:ext>
    </p:ext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5">
    <p:bg>
      <p:bgPr>
        <a:solidFill>
          <a:srgbClr val="fdfdfd"/>
        </a:solidFill>
        <a:effectLst/>
      </p:bgPr>
    </p:bg>
    <p:spTree>
      <p:nvGrpSpPr>
        <p:cNvPr id="1" name=""/>
        <p:cNvGrpSpPr/>
        <p:nvPr/>
      </p:nvGrpSpPr>
      <p:grpSpPr>
        <a:xfrm>
          <a:off x="0" y="0"/>
          <a:ext cx="0" cy="0"/>
          <a:chOff x="0" y="0"/>
          <a:chExt cx="0" cy="0"/>
        </a:xfrm>
      </p:grpSpPr>
      <p:sp>
        <p:nvSpPr>
          <p:cNvPr id="2" name="TextBox 2" title="">
            <a:extLst>
              <a:ext uri="{7EFD4497-814F-445F-82A5-2168C472DB21}">
                <a16:creationId xmlns:a16="http://schemas.microsoft.com/office/drawing/2010/main" id="{DC6FAFE9-AD07-4C5A-B7EF-3180A68F10EC}"/>
              </a:ext>
            </a:extLst>
          </p:cNvPr>
          <p:cNvSpPr txBox="1"/>
          <p:nvPr/>
        </p:nvSpPr>
        <p:spPr>
          <a:xfrm rot="0">
            <a:off x="1295400" y="1257300"/>
            <a:ext cx="12725400" cy="73660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6300"/>
              </a:lnSpc>
            </a:pPr>
            <a:r>
              <a:rPr dirty="0" lang="en-US" sz="4500">
                <a:solidFill>
                  <a:srgbClr val="051d40"/>
                </a:solidFill>
                <a:latin typeface="Arial"/>
              </a:rPr>
              <a:t>Literature Review &amp; Background</a:t>
            </a:r>
            <a:endParaRPr dirty="0" lang="en-US" sz="4500">
              <a:solidFill>
                <a:srgbClr val="051d40"/>
              </a:solidFill>
              <a:latin typeface="Arial"/>
            </a:endParaRPr>
          </a:p>
        </p:txBody>
      </p:sp>
      <p:grpSp>
        <p:nvGrpSpPr>
          <p:cNvPr id="3" name="Group 6" title="">
            <a:extLst>
              <a:ext uri="{6F56C238-6CB8-4CE2-A444-FC84DDDFAA05}">
                <a16:creationId xmlns:a16="http://schemas.microsoft.com/office/drawing/2010/main" id="{1803B5BC-903C-4F2E-8BAD-E812DFCFC374}"/>
              </a:ext>
            </a:extLst>
          </p:cNvPr>
          <p:cNvGrpSpPr/>
          <p:nvPr/>
        </p:nvGrpSpPr>
        <p:grpSpPr>
          <a:xfrm rot="0">
            <a:off x="14700251" y="7073900"/>
            <a:ext cx="5946775" cy="5946775"/>
            <a:chOff x="14700251" y="7073900"/>
            <a:chExt cx="812800" cy="812800"/>
          </a:xfrm>
        </p:grpSpPr>
        <p:sp>
          <p:nvSpPr>
            <p:cNvPr id="4" name="Freeform 7" title="">
              <a:extLst>
                <a:ext uri="{5AB0A631-3598-4BD6-B06F-AA624C925AC8}">
                  <a16:creationId xmlns:a16="http://schemas.microsoft.com/office/drawing/2010/main" id="{BF312369-693C-4E45-839C-8DD045004A70}"/>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5" name="TextBox 8" title="">
              <a:extLst>
                <a:ext uri="{760AC978-8089-4432-BB92-9CC53458C524}">
                  <a16:creationId xmlns:a16="http://schemas.microsoft.com/office/drawing/2010/main" id="{CD96BCC6-9A02-4690-AAF5-1D4B50308F3E}"/>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6" name="Date Placeholder 13">
            <a:extLst>
              <a:ext uri="{C8CBDAC9-1136-4D1A-A495-A7E8A2E0A81C}">
                <a16:creationId xmlns:a16="http://schemas.microsoft.com/office/drawing/2010/main" id="{74978FBE-6992-4C5A-898F-E6343C1237EE}"/>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7A2AB65F-C17A-41E2-BD69-2CBE81FFB78F}"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14" title="">
            <a:extLst>
              <a:ext uri="{EA0D9D19-340D-4B58-A5E4-952CF8209126}">
                <a16:creationId xmlns:a16="http://schemas.microsoft.com/office/drawing/2010/main" id="{A5C38175-DA54-40BF-958E-3AC631A5D319}"/>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283C1E7B-D6C5-4B9D-B6F3-DC79F8E1113A}" type="slidenum"/>
            <a:endParaRPr b="1" dirty="0" lang="en-US" sz="1800">
              <a:solidFill>
                <a:schemeClr val="accent1"/>
              </a:solidFill>
              <a:latin typeface="Corbel"/>
            </a:endParaRPr>
          </a:p>
        </p:txBody>
      </p:sp>
      <p:sp>
        <p:nvSpPr>
          <p:cNvPr id="8" name="Footer Placeholder 15">
            <a:extLst>
              <a:ext uri="{C649A79B-5E86-4467-B1A4-1A655418AE58}">
                <a16:creationId xmlns:a16="http://schemas.microsoft.com/office/drawing/2010/main" id="{399BC6D4-1AE6-4A79-86D4-8C1FF1651224}"/>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15FB4931-F753-4B6F-9B39-EDE606B7284C}">
                <a16:creationId xmlns:a16="http://schemas.microsoft.com/office/drawing/2010/main" id="{24D8ED94-0637-4E37-BFA5-7C54710230EA}"/>
              </a:ext>
            </a:extLst>
          </p:cNvPr>
          <p:cNvSpPr txBox="1"/>
          <p:nvPr/>
        </p:nvSpPr>
        <p:spPr>
          <a:xfrm rot="0">
            <a:off x="1295400" y="2400300"/>
            <a:ext cx="15697200" cy="6673405"/>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r>
              <a:rPr b="1" dirty="0" lang="en-US" sz="2400">
                <a:latin typeface="Arial"/>
              </a:rPr>
              <a:t>Existing Solutions: </a:t>
            </a:r>
            <a:r>
              <a:rPr b="0" dirty="0" lang="en-US" sz="2400">
                <a:latin typeface="Arial"/>
              </a:rPr>
              <a:t>Current meeting assistance tools fall into three categories. Transcript-based systems like</a:t>
            </a:r>
            <a:r>
              <a:rPr b="0" dirty="0" lang="en-US" sz="2400">
                <a:latin typeface="Arial"/>
              </a:rPr>
              <a:t> </a:t>
            </a:r>
            <a:r>
              <a:rPr b="0" dirty="0" lang="en-US" sz="2400">
                <a:solidFill>
                  <a:srgbClr val="679efe"/>
                </a:solidFill>
                <a:latin typeface="Arial"/>
                <a:hlinkClick r:id="rId2"/>
              </a:rPr>
              <a:t>Otter.</a:t>
            </a:r>
            <a:r>
              <a:rPr b="0" dirty="0" err="1" lang="en-US" sz="2400">
                <a:solidFill>
                  <a:srgbClr val="679efe"/>
                </a:solidFill>
                <a:latin typeface="Arial"/>
                <a:hlinkClick r:id="rId3"/>
              </a:rPr>
              <a:t>ai</a:t>
            </a:r>
            <a:r>
              <a:rPr b="0" dirty="0" lang="en-US" sz="2400">
                <a:latin typeface="Arial"/>
              </a:rPr>
              <a:t> </a:t>
            </a:r>
            <a:r>
              <a:rPr b="0" dirty="0" lang="en-US" sz="2400">
                <a:latin typeface="Arial"/>
              </a:rPr>
              <a:t>and conferencing platforms generate verbatim transcripts with speaker labels. Summarization tools employ extractive or </a:t>
            </a:r>
            <a:r>
              <a:rPr b="0" dirty="0" err="1" lang="en-US" sz="2400">
                <a:latin typeface="Arial"/>
              </a:rPr>
              <a:t>abstractive</a:t>
            </a:r>
            <a:r>
              <a:rPr b="0" dirty="0" lang="en-US" sz="2400">
                <a:latin typeface="Arial"/>
              </a:rPr>
              <a:t> methods using transformer models to produce meeting digests. Advanced research prototypes use machine learning for dialogue act classification and intent detection to extract action items from conversations.</a:t>
            </a:r>
          </a:p>
          <a:p>
            <a:pPr algn="just" indent="0" lvl="0" marL="0"/>
            <a:r>
              <a:rPr dirty="0" lang="en-US" sz="2400">
                <a:latin typeface="Arial"/>
              </a:rPr>
              <a:t/>
            </a:r>
          </a:p>
          <a:p>
            <a:pPr algn="just" indent="0" lvl="0" marL="0"/>
            <a:r>
              <a:rPr b="1" dirty="0" lang="en-US" sz="2400">
                <a:latin typeface="Arial"/>
              </a:rPr>
              <a:t>Limitations:</a:t>
            </a:r>
            <a:r>
              <a:rPr dirty="0" lang="en-US" sz="2400">
                <a:latin typeface="Arial"/>
              </a:rPr>
              <a:t> </a:t>
            </a:r>
            <a:r>
              <a:rPr dirty="0" lang="en-US" sz="2400">
                <a:latin typeface="Arial"/>
              </a:rPr>
              <a:t>Transcript-based systems require manual review, creating high cognitive load with no structured outputs. Summarization tools generate generic narrative summaries that lack explicit decisions, responsibilities, and deadlines. Action extraction systems are trained on narrow datasets, lack multilingual support, suffer from poor speech processing integration, and raise privacy concerns due to cloud dependency. No existing solution provides end-to-end transformation from conversation to actionable plans.</a:t>
            </a:r>
          </a:p>
          <a:p>
            <a:pPr algn="just" indent="0" lvl="0" marL="0"/>
            <a:r>
              <a:rPr dirty="0" lang="en-US" sz="2400">
                <a:latin typeface="Arial"/>
              </a:rPr>
              <a:t/>
            </a:r>
          </a:p>
          <a:p>
            <a:pPr algn="just" indent="0" lvl="0" marL="0"/>
            <a:r>
              <a:rPr b="1" dirty="0" lang="en-US" sz="2400">
                <a:latin typeface="Arial"/>
              </a:rPr>
              <a:t>Our Approach:</a:t>
            </a:r>
            <a:r>
              <a:rPr dirty="0" lang="en-US" sz="2400">
                <a:latin typeface="Arial"/>
              </a:rPr>
              <a:t> </a:t>
            </a:r>
            <a:r>
              <a:rPr dirty="0" lang="en-US" sz="2400">
                <a:latin typeface="Arial"/>
              </a:rPr>
              <a:t>Meeting Summarizer integrates speech-to-text, speaker identification, </a:t>
            </a:r>
            <a:r>
              <a:rPr dirty="0" err="1" lang="en-US" sz="2400">
                <a:latin typeface="Arial"/>
              </a:rPr>
              <a:t>NLP</a:t>
            </a:r>
            <a:r>
              <a:rPr dirty="0" lang="en-US" sz="2400">
                <a:latin typeface="Arial"/>
              </a:rPr>
              <a:t>, and action extraction into a unified pipeline. It automatically identifies key discussions, decisions, and task statements, then extracts action items with responsible participants and deadlines using contextual cues. The system supports multilingual meetings, offers real-time and post-meaning analysis, and features a privacy-aware architecture with local deployment options. Unlike existing tools, it delivers structured action plans with clear accountability, reducing cognitive load and enabling immediate execution.</a:t>
            </a:r>
            <a:endParaRPr dirty="0" lang="en-US" sz="2400">
              <a:latin typeface="Arial"/>
            </a:endParaRPr>
          </a:p>
        </p:txBody>
      </p:sp>
    </p:spTree>
    <p:extLst>
      <p:ext uri="{4BD8C6D9-F3DF-48D2-B791-CD6D2F17F840}">
        <p14:creationId xmlns:p14="http://schemas.microsoft.com/office/powerpoint/2010/main" val="1770999092313"/>
      </p:ext>
    </p:ext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7">
    <p:bg>
      <p:bgPr>
        <a:solidFill>
          <a:srgbClr val="fdfdfd"/>
        </a:solidFill>
        <a:effectLst/>
      </p:bgPr>
    </p:bg>
    <p:spTree>
      <p:nvGrpSpPr>
        <p:cNvPr id="1" name=""/>
        <p:cNvGrpSpPr/>
        <p:nvPr/>
      </p:nvGrpSpPr>
      <p:grpSpPr>
        <a:xfrm>
          <a:off x="0" y="0"/>
          <a:ext cx="0" cy="0"/>
          <a:chOff x="0" y="0"/>
          <a:chExt cx="0" cy="0"/>
        </a:xfrm>
      </p:grpSpPr>
      <p:sp>
        <p:nvSpPr>
          <p:cNvPr id="2" name="TextBox 2" title="">
            <a:extLst>
              <a:ext uri="{8C64B0EB-5A8E-4F55-BF05-3BA465670CEE}">
                <a16:creationId xmlns:a16="http://schemas.microsoft.com/office/drawing/2010/main" id="{FB7B27FD-F7F3-4BB9-BB4A-3B418DA694A8}"/>
              </a:ext>
            </a:extLst>
          </p:cNvPr>
          <p:cNvSpPr txBox="1"/>
          <p:nvPr/>
        </p:nvSpPr>
        <p:spPr>
          <a:xfrm rot="0">
            <a:off x="1295400" y="1257300"/>
            <a:ext cx="12725400" cy="73660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6300"/>
              </a:lnSpc>
            </a:pPr>
            <a:r>
              <a:rPr dirty="0" lang="en-US" sz="4500">
                <a:solidFill>
                  <a:srgbClr val="051d40"/>
                </a:solidFill>
                <a:latin typeface="Arial"/>
              </a:rPr>
              <a:t>Literature Review &amp; Background</a:t>
            </a:r>
            <a:endParaRPr dirty="0" lang="en-US" sz="4500">
              <a:solidFill>
                <a:srgbClr val="051d40"/>
              </a:solidFill>
              <a:latin typeface="Arial"/>
            </a:endParaRPr>
          </a:p>
        </p:txBody>
      </p:sp>
      <p:grpSp>
        <p:nvGrpSpPr>
          <p:cNvPr id="3" name="Group 6" title="">
            <a:extLst>
              <a:ext uri="{BFA36D85-3010-4367-BD5B-8A858347CB62}">
                <a16:creationId xmlns:a16="http://schemas.microsoft.com/office/drawing/2010/main" id="{F932A0DF-F89E-41CB-87C7-603EF83FBE16}"/>
              </a:ext>
            </a:extLst>
          </p:cNvPr>
          <p:cNvGrpSpPr/>
          <p:nvPr/>
        </p:nvGrpSpPr>
        <p:grpSpPr>
          <a:xfrm rot="0">
            <a:off x="14700251" y="7073900"/>
            <a:ext cx="5946775" cy="5946775"/>
            <a:chOff x="14700251" y="7073900"/>
            <a:chExt cx="812800" cy="812800"/>
          </a:xfrm>
        </p:grpSpPr>
        <p:sp>
          <p:nvSpPr>
            <p:cNvPr id="4" name="Freeform 7" title="">
              <a:extLst>
                <a:ext uri="{37E5B4C3-93DF-4FE8-815F-53E042C32ABA}">
                  <a16:creationId xmlns:a16="http://schemas.microsoft.com/office/drawing/2010/main" id="{49807A02-EB05-45EF-8B08-94B65E4D33ED}"/>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5" name="TextBox 8" title="">
              <a:extLst>
                <a:ext uri="{2513A031-02B6-46EC-A86E-E93FEA1E5B60}">
                  <a16:creationId xmlns:a16="http://schemas.microsoft.com/office/drawing/2010/main" id="{CEE09D0D-6521-4B19-8D84-A5704763C89D}"/>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6" name="Date Placeholder 13">
            <a:extLst>
              <a:ext uri="{B9A6DD3C-309B-4E84-8193-5C5CE00D080F}">
                <a16:creationId xmlns:a16="http://schemas.microsoft.com/office/drawing/2010/main" id="{4A612C11-4218-4D85-9291-756D084CCAB9}"/>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3B112A2C-F6CD-4D35-B448-B39FD479EE85}"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14" title="">
            <a:extLst>
              <a:ext uri="{E4A3E310-E009-445E-B3AF-62A62F097784}">
                <a16:creationId xmlns:a16="http://schemas.microsoft.com/office/drawing/2010/main" id="{3C8556B3-1D8E-4D2D-B354-FC5405A0529F}"/>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D760A0B5-81EA-4FFD-9ACC-1A7780295AD8}" type="slidenum"/>
            <a:endParaRPr b="1" dirty="0" lang="en-US" sz="1800">
              <a:solidFill>
                <a:schemeClr val="accent1"/>
              </a:solidFill>
              <a:latin typeface="Corbel"/>
            </a:endParaRPr>
          </a:p>
        </p:txBody>
      </p:sp>
      <p:sp>
        <p:nvSpPr>
          <p:cNvPr id="8" name="Footer Placeholder 15">
            <a:extLst>
              <a:ext uri="{DD41FE1C-FBD6-4E1D-9CAE-A0647C7D716A}">
                <a16:creationId xmlns:a16="http://schemas.microsoft.com/office/drawing/2010/main" id="{48880E20-B876-4B33-9357-B294A7544D39}"/>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EA973816-CD00-4C18-A785-CE39829102E4}">
                <a16:creationId xmlns:a16="http://schemas.microsoft.com/office/drawing/2010/main" id="{7A62BFDF-25E8-4258-B86C-261FDE433F5C}"/>
              </a:ext>
            </a:extLst>
          </p:cNvPr>
          <p:cNvSpPr txBox="1"/>
          <p:nvPr/>
        </p:nvSpPr>
        <p:spPr>
          <a:xfrm rot="0">
            <a:off x="1295400" y="2400300"/>
            <a:ext cx="15697200" cy="461963"/>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r>
              <a:rPr dirty="0" lang="en-IN" sz="2400">
                <a:latin typeface="Arial"/>
              </a:rPr>
              <a:t/>
            </a:r>
            <a:endParaRPr dirty="0" lang="en-IN" sz="2400">
              <a:latin typeface="Arial"/>
            </a:endParaRPr>
          </a:p>
        </p:txBody>
      </p:sp>
      <p:graphicFrame>
        <p:nvGraphicFramePr>
          <p:cNvPr id="10" name="Table 3" title="">
            <a:extLst>
              <a:ext uri="{B6EC3846-B685-4500-96B0-81F1F28B8A8B}">
                <a16:creationId xmlns:a16="http://schemas.microsoft.com/office/drawing/2010/main" id="{2F4D316A-0D2D-4CD4-81E3-02A46DCAEC11}"/>
              </a:ext>
            </a:extLst>
          </p:cNvPr>
          <p:cNvGraphicFramePr>
            <a:graphicFrameLocks noGrp="true"/>
          </p:cNvGraphicFramePr>
          <p:nvPr/>
        </p:nvGraphicFramePr>
        <p:xfrm rot="0">
          <a:off x="1659769" y="2540698"/>
          <a:ext cx="14968461" cy="7156970"/>
        </p:xfrm>
        <a:graphic>
          <a:graphicData uri="http://schemas.openxmlformats.org/drawingml/2006/table">
            <a:tbl>
              <a:tblPr/>
              <a:tblGrid>
                <a:gridCol w="3848100"/>
                <a:gridCol w="3848100"/>
                <a:gridCol w="3848100"/>
                <a:gridCol w="3848100"/>
              </a:tblGrid>
              <a:tr h="597084">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b="1" dirty="0" lang="en-US" sz="2700">
                          <a:solidFill>
                            <a:srgbClr val="ffffff"/>
                          </a:solidFill>
                          <a:latin typeface="+mn-lt"/>
                        </a:rPr>
                        <a:t>AUTHOR</a:t>
                      </a:r>
                      <a:endParaRPr b="1" dirty="0" lang="en-US" sz="2700">
                        <a:solidFill>
                          <a:srgbClr val="ffffff"/>
                        </a:solidFill>
                        <a:latin typeface="+mn-lt"/>
                      </a:endParaRPr>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38100">
                      <a:solidFill>
                        <a:schemeClr val="bg1"/>
                      </a:solidFill>
                      <a:miter lim="800000"/>
                      <a:headEnd/>
                      <a:tailEnd/>
                    </a:lnB>
                    <a:solidFill>
                      <a:schemeClr val="accent1"/>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b="1" dirty="0" lang="en-US" sz="2700">
                          <a:solidFill>
                            <a:srgbClr val="ffffff"/>
                          </a:solidFill>
                          <a:latin typeface="+mn-lt"/>
                        </a:rPr>
                        <a:t>STUDY</a:t>
                      </a:r>
                      <a:endParaRPr b="1" dirty="0" lang="en-US" sz="2700">
                        <a:solidFill>
                          <a:srgbClr val="ffffff"/>
                        </a:solidFill>
                        <a:latin typeface="+mn-lt"/>
                      </a:endParaRPr>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38100">
                      <a:solidFill>
                        <a:schemeClr val="bg1"/>
                      </a:solidFill>
                      <a:miter lim="800000"/>
                      <a:headEnd/>
                      <a:tailEnd/>
                    </a:lnB>
                    <a:solidFill>
                      <a:schemeClr val="accent1"/>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b="1" dirty="0" lang="en-US" sz="2700">
                          <a:solidFill>
                            <a:srgbClr val="ffffff"/>
                          </a:solidFill>
                          <a:latin typeface="+mn-lt"/>
                        </a:rPr>
                        <a:t>MAJOR FINDINGS</a:t>
                      </a:r>
                      <a:endParaRPr b="1" dirty="0" lang="en-US" sz="2700">
                        <a:solidFill>
                          <a:srgbClr val="ffffff"/>
                        </a:solidFill>
                        <a:latin typeface="+mn-lt"/>
                      </a:endParaRPr>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38100">
                      <a:solidFill>
                        <a:schemeClr val="bg1"/>
                      </a:solidFill>
                      <a:miter lim="800000"/>
                      <a:headEnd/>
                      <a:tailEnd/>
                    </a:lnB>
                    <a:solidFill>
                      <a:schemeClr val="accent1"/>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b="1" dirty="0" lang="en-US" sz="2700">
                          <a:solidFill>
                            <a:srgbClr val="ffffff"/>
                          </a:solidFill>
                          <a:latin typeface="+mn-lt"/>
                        </a:rPr>
                        <a:t>RESEARCH GAP</a:t>
                      </a:r>
                      <a:endParaRPr b="1" dirty="0" lang="en-US" sz="2700">
                        <a:solidFill>
                          <a:srgbClr val="ffffff"/>
                        </a:solidFill>
                        <a:latin typeface="+mn-lt"/>
                      </a:endParaRPr>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38100">
                      <a:solidFill>
                        <a:schemeClr val="bg1"/>
                      </a:solidFill>
                      <a:miter lim="800000"/>
                      <a:headEnd/>
                      <a:tailEnd/>
                    </a:lnB>
                    <a:solidFill>
                      <a:schemeClr val="accent1"/>
                    </a:solidFill>
                  </a:tcPr>
                </a:tc>
              </a:tr>
              <a:tr h="1190625">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D. Wang</a:t>
                      </a:r>
                      <a:r>
                        <a:rPr dirty="0" lang="en-US"/>
                        <a:t> &amp; </a:t>
                      </a:r>
                      <a:r>
                        <a:rPr dirty="0" lang="en-US"/>
                        <a:t>Y. Liu</a:t>
                      </a:r>
                      <a:r>
                        <a:rPr dirty="0" lang="en-US"/>
                        <a:t> (2021)</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381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Automatic Meeting Summarization Survey</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381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Summarization techniques (extractive &amp; abstractive) improve readability and information compression.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381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Lack of structured action plans and accountability extraction.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38100">
                      <a:solidFill>
                        <a:schemeClr val="bg1"/>
                      </a:solidFill>
                      <a:miter lim="800000"/>
                      <a:headEnd/>
                      <a:tailEnd/>
                    </a:lnT>
                    <a:lnB algn="ctr" cmpd="sng" w="12700">
                      <a:solidFill>
                        <a:schemeClr val="bg1"/>
                      </a:solidFill>
                      <a:miter lim="800000"/>
                      <a:headEnd/>
                      <a:tailEnd/>
                    </a:lnB>
                    <a:solidFill>
                      <a:srgbClr val="cee7ee"/>
                    </a:solidFill>
                  </a:tcPr>
                </a:tc>
              </a:tr>
              <a:tr h="1190625">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J. Carletta</a:t>
                      </a:r>
                      <a:r>
                        <a:rPr dirty="0" lang="en-US"/>
                        <a:t> (2007)</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AMI Meeting Corpus</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Created multimodal dataset for meeting analysis research.</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Dataset-focused; does not provide integrated action extraction system.</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r>
              <a:tr h="1190625">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C. Raffel</a:t>
                      </a:r>
                      <a:r>
                        <a:rPr dirty="0" lang="en-US"/>
                        <a:t> et al. (2020)</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T5 Unified Text-to-Text Transformer</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Unified framework improves transfer learning across NLP tasks</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Requires task-specific fine-tuning for structured meeting outputs.</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r>
              <a:tr h="1190625">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J. Devlin</a:t>
                      </a:r>
                      <a:r>
                        <a:rPr dirty="0" lang="en-US"/>
                        <a:t> et al. (2019)</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BERT Model for Language Understanding</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Context-aware bidirectional representations enhance NLP tasks</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Not specifically optimized for meeting action extraction.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e8f3f7"/>
                    </a:solidFill>
                  </a:tcPr>
                </a:tc>
              </a:tr>
              <a:tr h="1190625">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H. Liu</a:t>
                      </a:r>
                      <a:r>
                        <a:rPr dirty="0" lang="en-US"/>
                        <a:t> et al. (2022)</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Dialogue Act Classification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Improved meeting understanding via dialogue categorization.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c>
                  <a:txBody>
                    <a:bodyPr bIns="45709" rtlCol="0" tIns="45709">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r>
                        <a:rPr dirty="0" lang="en-US"/>
                        <a:t>Does not fully integrate summarization + action extraction.</a:t>
                      </a:r>
                      <a:endParaRPr dirty="0" lang="en-US"/>
                    </a:p>
                  </a:txBody>
                  <a:tcPr marB="45709" marT="45709">
                    <a:lnL algn="ctr" cmpd="sng" w="12700">
                      <a:solidFill>
                        <a:schemeClr val="bg1"/>
                      </a:solidFill>
                      <a:miter lim="800000"/>
                      <a:headEnd/>
                      <a:tailEnd/>
                    </a:lnL>
                    <a:lnR algn="ctr" cmpd="sng" w="12700">
                      <a:solidFill>
                        <a:schemeClr val="bg1"/>
                      </a:solidFill>
                      <a:miter lim="800000"/>
                      <a:headEnd/>
                      <a:tailEnd/>
                    </a:lnR>
                    <a:lnT algn="ctr" cmpd="sng" w="12700">
                      <a:solidFill>
                        <a:schemeClr val="bg1"/>
                      </a:solidFill>
                      <a:miter lim="800000"/>
                      <a:headEnd/>
                      <a:tailEnd/>
                    </a:lnT>
                    <a:lnB algn="ctr" cmpd="sng" w="12700">
                      <a:solidFill>
                        <a:schemeClr val="bg1"/>
                      </a:solidFill>
                      <a:miter lim="800000"/>
                      <a:headEnd/>
                      <a:tailEnd/>
                    </a:lnB>
                    <a:solidFill>
                      <a:srgbClr val="cee7ee"/>
                    </a:solidFill>
                  </a:tcPr>
                </a:tc>
              </a:tr>
            </a:tbl>
          </a:graphicData>
        </a:graphic>
      </p:graphicFrame>
    </p:spTree>
    <p:extLst>
      <p:ext uri="{18A09F8D-B84F-4F14-A8F3-BEF795575858}">
        <p14:creationId xmlns:p14="http://schemas.microsoft.com/office/powerpoint/2010/main" val="1770999092316"/>
      </p:ext>
    </p:ext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8">
    <p:spTree>
      <p:nvGrpSpPr>
        <p:cNvPr id="1" name=""/>
        <p:cNvGrpSpPr/>
        <p:nvPr/>
      </p:nvGrpSpPr>
      <p:grpSpPr>
        <a:xfrm>
          <a:off x="0" y="0"/>
          <a:ext cx="0" cy="0"/>
          <a:chOff x="0" y="0"/>
          <a:chExt cx="0" cy="0"/>
        </a:xfrm>
      </p:grpSpPr>
      <p:grpSp>
        <p:nvGrpSpPr>
          <p:cNvPr id="2" name="Group 2" title="">
            <a:extLst>
              <a:ext uri="{C54E37A9-0AC8-4F0D-A320-D9DCEE785B19}">
                <a16:creationId xmlns:a16="http://schemas.microsoft.com/office/drawing/2010/main" id="{7F440E48-FDEF-4E1B-9EE2-E60E87FC3A63}"/>
              </a:ext>
            </a:extLst>
          </p:cNvPr>
          <p:cNvGrpSpPr/>
          <p:nvPr/>
        </p:nvGrpSpPr>
        <p:grpSpPr>
          <a:xfrm rot="0">
            <a:off x="-2124075" y="-2346325"/>
            <a:ext cx="4692650" cy="4692650"/>
            <a:chOff x="-2124075" y="-2346325"/>
            <a:chExt cx="812800" cy="812800"/>
          </a:xfrm>
        </p:grpSpPr>
        <p:sp>
          <p:nvSpPr>
            <p:cNvPr id="3" name="Freeform 3" title="">
              <a:extLst>
                <a:ext uri="{6ED7708C-AEEB-47DD-8D36-A997C44CF333}">
                  <a16:creationId xmlns:a16="http://schemas.microsoft.com/office/drawing/2010/main" id="{DB65630D-5BBE-404A-B0CF-19F17083B256}"/>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0A144F1A-AF42-49B5-B89F-04CBC2CB9484}">
                  <a16:creationId xmlns:a16="http://schemas.microsoft.com/office/drawing/2010/main" id="{6B244C5F-08E9-496B-A699-FC8AFF7B03FA}"/>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grpSp>
        <p:nvGrpSpPr>
          <p:cNvPr id="5" name="Group 5" title="">
            <a:extLst>
              <a:ext uri="{5867A0FA-4E0F-4E72-8C2B-8DCC3E6BF19F}">
                <a16:creationId xmlns:a16="http://schemas.microsoft.com/office/drawing/2010/main" id="{3BCA3C7E-2AB0-49F2-B802-B6380239F6FC}"/>
              </a:ext>
            </a:extLst>
          </p:cNvPr>
          <p:cNvGrpSpPr/>
          <p:nvPr/>
        </p:nvGrpSpPr>
        <p:grpSpPr>
          <a:xfrm rot="0">
            <a:off x="15573375" y="7940674"/>
            <a:ext cx="4692650" cy="4692650"/>
            <a:chOff x="15573375" y="7940674"/>
            <a:chExt cx="812800" cy="812800"/>
          </a:xfrm>
        </p:grpSpPr>
        <p:sp>
          <p:nvSpPr>
            <p:cNvPr id="6" name="Freeform 6" title="">
              <a:extLst>
                <a:ext uri="{A969344D-8A9D-4198-ACCC-E0D247316544}">
                  <a16:creationId xmlns:a16="http://schemas.microsoft.com/office/drawing/2010/main" id="{6C162E5B-60F1-48DD-84D6-A81474DA5371}"/>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7" name="TextBox 7" title="">
              <a:extLst>
                <a:ext uri="{1D2A5EDE-CDF2-4A8A-9BB7-A92B99876E48}">
                  <a16:creationId xmlns:a16="http://schemas.microsoft.com/office/drawing/2010/main" id="{D90E3540-7EC9-4B4B-B845-781C4CA3130E}"/>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8" name="TextBox 9" title="">
            <a:extLst>
              <a:ext uri="{5C96BD0C-4805-4408-A09C-BC2327E87933}">
                <a16:creationId xmlns:a16="http://schemas.microsoft.com/office/drawing/2010/main" id="{8E51BA17-FB81-4E18-8CBE-FF3BA721EC17}"/>
              </a:ext>
            </a:extLst>
          </p:cNvPr>
          <p:cNvSpPr txBox="1"/>
          <p:nvPr/>
        </p:nvSpPr>
        <p:spPr>
          <a:xfrm rot="0">
            <a:off x="968375" y="1509713"/>
            <a:ext cx="10156825" cy="53975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4062"/>
              </a:lnSpc>
            </a:pPr>
            <a:r>
              <a:rPr b="1" dirty="0" lang="en-US" sz="4400">
                <a:solidFill>
                  <a:srgbClr val="000000"/>
                </a:solidFill>
                <a:latin typeface="Arial"/>
              </a:rPr>
              <a:t>Proposed System Architecture</a:t>
            </a:r>
            <a:endParaRPr b="1" dirty="0" lang="en-US" sz="4400">
              <a:solidFill>
                <a:srgbClr val="000000"/>
              </a:solidFill>
              <a:latin typeface="Arial"/>
            </a:endParaRPr>
          </a:p>
        </p:txBody>
      </p:sp>
      <p:sp>
        <p:nvSpPr>
          <p:cNvPr id="9" name="Date Placeholder 13">
            <a:extLst>
              <a:ext uri="{39718341-11F3-45E9-B95E-A299420D5BBB}">
                <a16:creationId xmlns:a16="http://schemas.microsoft.com/office/drawing/2010/main" id="{91E518AA-2279-4998-9583-2E4AFD1A9203}"/>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588F0D9A-EA29-48A2-BD7E-2B93076AA00E}"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10" name="Slide Number Placeholder 14" title="">
            <a:extLst>
              <a:ext uri="{771A5A73-B6C7-4A92-B908-A6960B7DCBF4}">
                <a16:creationId xmlns:a16="http://schemas.microsoft.com/office/drawing/2010/main" id="{0B7130E6-3757-4493-8B9C-81BB4C7AE0D9}"/>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47AB6953-FAA7-4EFF-BF07-85CC6221EC9C}" type="slidenum"/>
            <a:endParaRPr b="1" dirty="0" lang="en-US" sz="1800">
              <a:solidFill>
                <a:schemeClr val="accent1"/>
              </a:solidFill>
              <a:latin typeface="Corbel"/>
            </a:endParaRPr>
          </a:p>
        </p:txBody>
      </p:sp>
      <p:sp>
        <p:nvSpPr>
          <p:cNvPr id="11" name="Footer Placeholder 15">
            <a:extLst>
              <a:ext uri="{0E9950D6-1563-4DA0-B408-627C80028C28}">
                <a16:creationId xmlns:a16="http://schemas.microsoft.com/office/drawing/2010/main" id="{444E40F5-CFCE-4430-BE33-97F430874372}"/>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12" name="TextBox 1" title="">
            <a:extLst>
              <a:ext uri="{0CFBD517-2080-417C-9EC2-D96FB6AE2B8E}">
                <a16:creationId xmlns:a16="http://schemas.microsoft.com/office/drawing/2010/main" id="{ED7CBBC4-C705-4CD1-BA30-D964FC545271}"/>
              </a:ext>
            </a:extLst>
          </p:cNvPr>
          <p:cNvSpPr txBox="1"/>
          <p:nvPr/>
        </p:nvSpPr>
        <p:spPr>
          <a:xfrm rot="0">
            <a:off x="941384" y="3062287"/>
            <a:ext cx="8681990" cy="5210746"/>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r>
              <a:rPr dirty="0" lang="en-US" sz="2400">
                <a:latin typeface="Arial"/>
              </a:rPr>
              <a:t/>
            </a:r>
          </a:p>
          <a:p>
            <a:pPr algn="just" indent="0" lvl="0" marL="0"/>
            <a:r>
              <a:rPr dirty="0" lang="en-US" sz="2400">
                <a:latin typeface="Arial"/>
              </a:rPr>
              <a:t/>
            </a:r>
          </a:p>
          <a:p>
            <a:pPr algn="just" indent="0" lvl="0" marL="0"/>
            <a:r>
              <a:rPr b="1" dirty="0" lang="en-US" sz="2400">
                <a:latin typeface="Arial"/>
              </a:rPr>
              <a:t>Description:</a:t>
            </a:r>
            <a:r>
              <a:rPr dirty="0" lang="en-US" sz="2400">
                <a:latin typeface="Arial"/>
              </a:rPr>
              <a:t> </a:t>
            </a:r>
            <a:r>
              <a:rPr dirty="0" lang="en-US" sz="2400">
                <a:latin typeface="Arial"/>
              </a:rPr>
              <a:t> </a:t>
            </a:r>
          </a:p>
          <a:p>
            <a:pPr algn="just" indent="0" lvl="0" marL="0"/>
            <a:r>
              <a:rPr dirty="0" lang="en-US" sz="2400">
                <a:latin typeface="Arial"/>
              </a:rPr>
              <a:t>The core architecture </a:t>
            </a:r>
            <a:r>
              <a:rPr dirty="0" lang="en-US" sz="2400">
                <a:latin typeface="Arial"/>
              </a:rPr>
              <a:t>integrates multiple machine learning models addressing dis</a:t>
            </a:r>
            <a:r>
              <a:rPr dirty="0" err="1" lang="en-US" sz="2400">
                <a:latin typeface="Arial"/>
              </a:rPr>
              <a:t>tinct</a:t>
            </a:r>
            <a:r>
              <a:rPr dirty="0" lang="en-US" sz="2400">
                <a:latin typeface="Arial"/>
              </a:rPr>
              <a:t> stages of meeting analysis. Automatic speech recognition </a:t>
            </a:r>
            <a:r>
              <a:rPr dirty="0" lang="en-US" sz="2400">
                <a:latin typeface="Arial"/>
              </a:rPr>
              <a:t>models convert audio input into textual transcripts, while </a:t>
            </a:r>
            <a:r>
              <a:rPr dirty="0" lang="en-US" sz="2400">
                <a:latin typeface="Arial"/>
              </a:rPr>
              <a:t>speaker identification models preserve conversational context. </a:t>
            </a:r>
            <a:r>
              <a:rPr dirty="0" lang="en-US" sz="2400">
                <a:latin typeface="Arial"/>
              </a:rPr>
              <a:t>Transformer-based natural language processing models are </a:t>
            </a:r>
            <a:r>
              <a:rPr dirty="0" lang="en-US" sz="2400">
                <a:latin typeface="Arial"/>
              </a:rPr>
              <a:t>employed for summarization and semantic understanding. In </a:t>
            </a:r>
            <a:r>
              <a:rPr dirty="0" lang="en-US" sz="2400">
                <a:latin typeface="Arial"/>
              </a:rPr>
              <a:t>addition, a supervised action extraction model identifies tasks, </a:t>
            </a:r>
            <a:r>
              <a:rPr dirty="0" lang="en-US" sz="2400">
                <a:latin typeface="Arial"/>
              </a:rPr>
              <a:t>decisions, responsible participants, and deadlines from meet</a:t>
            </a:r>
            <a:r>
              <a:rPr dirty="0" err="1" lang="en-US" sz="2400">
                <a:latin typeface="Arial"/>
              </a:rPr>
              <a:t>ing</a:t>
            </a:r>
            <a:r>
              <a:rPr dirty="0" lang="en-US" sz="2400">
                <a:latin typeface="Arial"/>
              </a:rPr>
              <a:t> transcripts. Each component operates independently yet </a:t>
            </a:r>
            <a:r>
              <a:rPr dirty="0" lang="en-US" sz="2400">
                <a:latin typeface="Arial"/>
              </a:rPr>
              <a:t>contributes to a unified end-to-end pipeline.</a:t>
            </a:r>
            <a:endParaRPr dirty="0" lang="en-US" sz="2400">
              <a:latin typeface="Arial"/>
            </a:endParaRPr>
          </a:p>
        </p:txBody>
      </p:sp>
      <p:pic>
        <p:nvPicPr>
          <p:cNvPr id="13" name="Image 10">
            <a:extLst>
              <a:ext uri="{EF8CBBD4-F469-4AD8-A3BC-BFB281661257}">
                <a16:creationId xmlns:a16="http://schemas.microsoft.com/office/drawing/2010/main" id="{4935ABA8-7445-4DC4-B634-A44EBE656BEA}"/>
              </a:ext>
            </a:extLst>
          </p:cNvPr>
          <p:cNvPicPr>
            <a:picLocks noChangeAspect="true"/>
          </p:cNvPicPr>
          <p:nvPr/>
        </p:nvPicPr>
        <p:blipFill>
          <a:blip r:embed="rId2"/>
          <a:stretch>
            <a:fillRect/>
          </a:stretch>
        </p:blipFill>
        <p:spPr>
          <a:xfrm flipH="false" flipV="false" rot="0">
            <a:off x="10585904" y="600684"/>
            <a:ext cx="5365299" cy="8821417"/>
          </a:xfrm>
          <a:prstGeom prst="rect">
            <a:avLst/>
          </a:prstGeom>
          <a:noFill/>
        </p:spPr>
      </p:pic>
    </p:spTree>
    <p:extLst>
      <p:ext uri="{183AC206-75CB-4982-B3A0-9670B52FE065}">
        <p14:creationId xmlns:p14="http://schemas.microsoft.com/office/powerpoint/2010/main" val="1770999092318"/>
      </p:ext>
    </p:ext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9">
    <p:spTree>
      <p:nvGrpSpPr>
        <p:cNvPr id="1" name=""/>
        <p:cNvGrpSpPr/>
        <p:nvPr/>
      </p:nvGrpSpPr>
      <p:grpSpPr>
        <a:xfrm>
          <a:off x="0" y="0"/>
          <a:ext cx="0" cy="0"/>
          <a:chOff x="0" y="0"/>
          <a:chExt cx="0" cy="0"/>
        </a:xfrm>
      </p:grpSpPr>
      <p:grpSp>
        <p:nvGrpSpPr>
          <p:cNvPr id="2" name="Group 2" title="">
            <a:extLst>
              <a:ext uri="{93FA7E69-CC43-4469-939B-37585D9BBDE9}">
                <a16:creationId xmlns:a16="http://schemas.microsoft.com/office/drawing/2010/main" id="{BA864A88-0CBB-4B8A-8596-A21724BF46FC}"/>
              </a:ext>
            </a:extLst>
          </p:cNvPr>
          <p:cNvGrpSpPr/>
          <p:nvPr/>
        </p:nvGrpSpPr>
        <p:grpSpPr>
          <a:xfrm rot="0">
            <a:off x="15573375" y="7940674"/>
            <a:ext cx="4692650" cy="4692650"/>
            <a:chOff x="15573375" y="7940674"/>
            <a:chExt cx="812800" cy="812800"/>
          </a:xfrm>
        </p:grpSpPr>
        <p:sp>
          <p:nvSpPr>
            <p:cNvPr id="3" name="Freeform 3" title="">
              <a:extLst>
                <a:ext uri="{4AC50861-EA71-4475-B2ED-EA521DF43A4E}">
                  <a16:creationId xmlns:a16="http://schemas.microsoft.com/office/drawing/2010/main" id="{DD785FEE-E38A-49BB-936F-4DC15801EB80}"/>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8622AEDA-2B5A-426B-839A-C3BB1E8E62BD}">
                  <a16:creationId xmlns:a16="http://schemas.microsoft.com/office/drawing/2010/main" id="{F48EC5B0-44C0-4105-AFD6-A6FB0E3C811A}"/>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C82BDAA0-5CD7-4910-8424-801C3F674352}">
                <a16:creationId xmlns:a16="http://schemas.microsoft.com/office/drawing/2010/main" id="{454AF8BB-692C-48B1-B3DE-2473AE85231D}"/>
              </a:ext>
            </a:extLst>
          </p:cNvPr>
          <p:cNvSpPr txBox="1"/>
          <p:nvPr/>
        </p:nvSpPr>
        <p:spPr>
          <a:xfrm rot="0">
            <a:off x="1028700" y="1247775"/>
            <a:ext cx="11087100" cy="5111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b="1" dirty="0" lang="en-US" sz="4400">
                <a:solidFill>
                  <a:srgbClr val="000000"/>
                </a:solidFill>
                <a:latin typeface="Arial"/>
              </a:rPr>
              <a:t>Methodology &amp; Implementation Plan</a:t>
            </a:r>
            <a:endParaRPr b="1" dirty="0" lang="en-US" sz="4400">
              <a:solidFill>
                <a:srgbClr val="000000"/>
              </a:solidFill>
              <a:latin typeface="Arial"/>
            </a:endParaRPr>
          </a:p>
        </p:txBody>
      </p:sp>
      <p:sp>
        <p:nvSpPr>
          <p:cNvPr id="6" name="Date Placeholder 9">
            <a:extLst>
              <a:ext uri="{AC59B69B-24C7-4509-9428-2317F713D47B}">
                <a16:creationId xmlns:a16="http://schemas.microsoft.com/office/drawing/2010/main" id="{81EBD1B6-44CD-4689-80EF-88F378218BBE}"/>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08496F03-3E62-4398-A622-568DB5F4F9F9}"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10" title="">
            <a:extLst>
              <a:ext uri="{C9EA2D5F-586F-416F-8C70-D3D23EDC9DD4}">
                <a16:creationId xmlns:a16="http://schemas.microsoft.com/office/drawing/2010/main" id="{1B06254B-1D65-4D81-916B-522DC613F1FA}"/>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AB7373FE-5E44-4FA3-ACA7-C5D4F17BE6FD}" type="slidenum"/>
            <a:endParaRPr b="1" dirty="0" lang="en-US" sz="1800">
              <a:solidFill>
                <a:schemeClr val="accent1"/>
              </a:solidFill>
              <a:latin typeface="Corbel"/>
            </a:endParaRPr>
          </a:p>
        </p:txBody>
      </p:sp>
      <p:sp>
        <p:nvSpPr>
          <p:cNvPr id="8" name="Footer Placeholder 11">
            <a:extLst>
              <a:ext uri="{0315AC4F-E446-4871-B957-783CFDC247FE}">
                <a16:creationId xmlns:a16="http://schemas.microsoft.com/office/drawing/2010/main" id="{C6E5882E-D6F9-41EF-867B-0F072B74F1D2}"/>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626E1921-5F01-4D47-ADE5-3671B4867EED}">
                <a16:creationId xmlns:a16="http://schemas.microsoft.com/office/drawing/2010/main" id="{D0D7D4BD-694F-4708-88FA-3CA8FEA94FBF}"/>
              </a:ext>
            </a:extLst>
          </p:cNvPr>
          <p:cNvSpPr txBox="1"/>
          <p:nvPr/>
        </p:nvSpPr>
        <p:spPr>
          <a:xfrm rot="0">
            <a:off x="1028700" y="1966217"/>
            <a:ext cx="16040100" cy="6673405"/>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r>
              <a:rPr b="1" dirty="0" lang="en-US" sz="2400">
                <a:latin typeface="Arial"/>
              </a:rPr>
              <a:t>Methodology:</a:t>
            </a:r>
            <a:r>
              <a:rPr dirty="0" lang="en-US" sz="2400">
                <a:latin typeface="Arial"/>
              </a:rPr>
              <a:t> </a:t>
            </a:r>
            <a:r>
              <a:rPr dirty="0" lang="en-US" sz="2400">
                <a:latin typeface="Arial"/>
              </a:rPr>
              <a:t>We are following an</a:t>
            </a:r>
            <a:r>
              <a:rPr dirty="0" lang="en-US" sz="2400">
                <a:latin typeface="Arial"/>
              </a:rPr>
              <a:t> </a:t>
            </a:r>
            <a:r>
              <a:rPr b="1" dirty="0" lang="en-US" sz="2400">
                <a:latin typeface="Arial"/>
              </a:rPr>
              <a:t>Agile development methodology</a:t>
            </a:r>
            <a:r>
              <a:rPr dirty="0" lang="en-US" sz="2400">
                <a:latin typeface="Arial"/>
              </a:rPr>
              <a:t> </a:t>
            </a:r>
            <a:r>
              <a:rPr dirty="0" lang="en-US" sz="2400">
                <a:latin typeface="Arial"/>
              </a:rPr>
              <a:t>for the Meeting Summarizer project, enabling iterative progress, continuous feedback, and rapid adaptation to requirements.</a:t>
            </a:r>
          </a:p>
          <a:p>
            <a:pPr algn="just" indent="0"/>
            <a:r>
              <a:rPr b="1" dirty="0" lang="en-US" sz="2400">
                <a:latin typeface="Arial"/>
              </a:rPr>
              <a:t>Key Development Steps:</a:t>
            </a:r>
          </a:p>
          <a:p>
            <a:pPr algn="just" indent="0"/>
            <a:r>
              <a:rPr b="1" dirty="0" lang="en-US" sz="2400">
                <a:latin typeface="Arial"/>
              </a:rPr>
              <a:t>1. Requirements Analysis:</a:t>
            </a:r>
            <a:r>
              <a:rPr dirty="0" lang="en-US" sz="2400">
                <a:latin typeface="Arial"/>
              </a:rPr>
              <a:t> </a:t>
            </a:r>
            <a:r>
              <a:rPr dirty="0" lang="en-US" sz="2400">
                <a:latin typeface="Arial"/>
              </a:rPr>
              <a:t>Gather functional and technical requirements for transcription accuracy, summarization quality, action extraction, multilingual support, and privacy features.</a:t>
            </a:r>
          </a:p>
          <a:p>
            <a:pPr algn="just" indent="0"/>
            <a:r>
              <a:rPr b="1" dirty="0" lang="en-US" sz="2400">
                <a:latin typeface="Arial"/>
              </a:rPr>
              <a:t>2. Sprint-Based Module Development:</a:t>
            </a:r>
            <a:r>
              <a:rPr dirty="0" lang="en-US" sz="2400">
                <a:latin typeface="Arial"/>
              </a:rPr>
              <a:t> </a:t>
            </a:r>
            <a:r>
              <a:rPr dirty="0" lang="en-US" sz="2400">
                <a:latin typeface="Arial"/>
              </a:rPr>
              <a:t>Develop each system component in iterative sprints—starting with speech-to-text integration, followed by speaker identification, </a:t>
            </a:r>
            <a:r>
              <a:rPr dirty="0" err="1" lang="en-US" sz="2400">
                <a:latin typeface="Arial"/>
              </a:rPr>
              <a:t>NLP</a:t>
            </a:r>
            <a:r>
              <a:rPr dirty="0" lang="en-US" sz="2400">
                <a:latin typeface="Arial"/>
              </a:rPr>
              <a:t> pipeline, summarization engine, and action extraction module.</a:t>
            </a:r>
          </a:p>
          <a:p>
            <a:pPr algn="just" indent="0"/>
            <a:r>
              <a:rPr b="1" dirty="0" lang="en-US" sz="2400">
                <a:latin typeface="Arial"/>
              </a:rPr>
              <a:t>3. Dataset Preparation &amp; Annotation:</a:t>
            </a:r>
            <a:r>
              <a:rPr dirty="0" lang="en-US" sz="2400">
                <a:latin typeface="Arial"/>
              </a:rPr>
              <a:t> </a:t>
            </a:r>
            <a:r>
              <a:rPr dirty="0" lang="en-US" sz="2400">
                <a:latin typeface="Arial"/>
              </a:rPr>
              <a:t>Collect and annotate meeting datasets with transcripts, speaker labels, action items, decisions, and deadlines for model training and evaluation.</a:t>
            </a:r>
          </a:p>
          <a:p>
            <a:pPr algn="just" indent="0"/>
            <a:r>
              <a:rPr b="1" dirty="0" lang="en-US" sz="2400">
                <a:latin typeface="Arial"/>
              </a:rPr>
              <a:t>4. Model Training &amp; Validation:</a:t>
            </a:r>
            <a:r>
              <a:rPr dirty="0" lang="en-US" sz="2400">
                <a:latin typeface="Arial"/>
              </a:rPr>
              <a:t> </a:t>
            </a:r>
            <a:r>
              <a:rPr dirty="0" lang="en-US" sz="2400">
                <a:latin typeface="Arial"/>
              </a:rPr>
              <a:t>Train transformer-based models using an 80:20 train-test split, evaluating performance with </a:t>
            </a:r>
            <a:r>
              <a:rPr dirty="0" err="1" lang="en-US" sz="2400">
                <a:latin typeface="Arial"/>
              </a:rPr>
              <a:t>WER</a:t>
            </a:r>
            <a:r>
              <a:rPr dirty="0" lang="en-US" sz="2400">
                <a:latin typeface="Arial"/>
              </a:rPr>
              <a:t>, ROUGE scores, and precision-recall metrics.</a:t>
            </a:r>
          </a:p>
          <a:p>
            <a:pPr algn="just" indent="0"/>
            <a:r>
              <a:rPr b="1" dirty="0" lang="en-US" sz="2400">
                <a:latin typeface="Arial"/>
              </a:rPr>
              <a:t>5. Integration &amp; Testing:</a:t>
            </a:r>
            <a:r>
              <a:rPr dirty="0" lang="en-US" sz="2400">
                <a:latin typeface="Arial"/>
              </a:rPr>
              <a:t> </a:t>
            </a:r>
            <a:r>
              <a:rPr dirty="0" lang="en-US" sz="2400">
                <a:latin typeface="Arial"/>
              </a:rPr>
              <a:t>Integrate all modules into a unified pipeline and conduct unit, integration, and system testing to ensure seamless end-to-end functionality.</a:t>
            </a:r>
          </a:p>
          <a:p>
            <a:pPr algn="just" indent="0"/>
            <a:r>
              <a:rPr b="1" dirty="0" lang="en-US" sz="2400">
                <a:latin typeface="Arial"/>
              </a:rPr>
              <a:t>6. User Feedback &amp; Refinement:</a:t>
            </a:r>
            <a:r>
              <a:rPr dirty="0" lang="en-US" sz="2400">
                <a:latin typeface="Arial"/>
              </a:rPr>
              <a:t> </a:t>
            </a:r>
            <a:r>
              <a:rPr dirty="0" lang="en-US" sz="2400">
                <a:latin typeface="Arial"/>
              </a:rPr>
              <a:t>Deploy prototypes for user testing, gather feedback, and refine models and interfaces through subsequent sprints.</a:t>
            </a:r>
          </a:p>
          <a:p>
            <a:pPr algn="just" indent="0"/>
            <a:r>
              <a:rPr b="1" dirty="0" lang="en-US" sz="2400">
                <a:latin typeface="Arial"/>
              </a:rPr>
              <a:t>7. Deployment &amp; Documentation:</a:t>
            </a:r>
            <a:r>
              <a:rPr dirty="0" lang="en-US" sz="2400">
                <a:latin typeface="Arial"/>
              </a:rPr>
              <a:t> </a:t>
            </a:r>
            <a:r>
              <a:rPr dirty="0" lang="en-US" sz="2400">
                <a:latin typeface="Arial"/>
              </a:rPr>
              <a:t>Package the system with deployment options (cloud/local) and deliver comprehensive technical documentation.</a:t>
            </a:r>
            <a:endParaRPr dirty="0" lang="en-US" sz="2400">
              <a:latin typeface="Arial"/>
            </a:endParaRPr>
          </a:p>
        </p:txBody>
      </p:sp>
    </p:spTree>
    <p:extLst>
      <p:ext uri="{4C09B786-FD9A-4D0D-81CF-6E4106D70129}">
        <p14:creationId xmlns:p14="http://schemas.microsoft.com/office/powerpoint/2010/main" val="1770999092320"/>
      </p:ext>
    </p:extLst>
  </p:cSld>
  <p:clrMapOvr>
    <a:masterClrMapping/>
  </p:clrMapOvr>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0">
    <p:spTree>
      <p:nvGrpSpPr>
        <p:cNvPr id="1" name=""/>
        <p:cNvGrpSpPr/>
        <p:nvPr/>
      </p:nvGrpSpPr>
      <p:grpSpPr>
        <a:xfrm>
          <a:off x="0" y="0"/>
          <a:ext cx="0" cy="0"/>
          <a:chOff x="0" y="0"/>
          <a:chExt cx="0" cy="0"/>
        </a:xfrm>
      </p:grpSpPr>
      <p:grpSp>
        <p:nvGrpSpPr>
          <p:cNvPr id="2" name="Group 2" title="">
            <a:extLst>
              <a:ext uri="{C8436A0A-63CA-425E-973E-3851FAE23849}">
                <a16:creationId xmlns:a16="http://schemas.microsoft.com/office/drawing/2010/main" id="{870422F9-0C81-49D6-BB33-2CF5F048E207}"/>
              </a:ext>
            </a:extLst>
          </p:cNvPr>
          <p:cNvGrpSpPr/>
          <p:nvPr/>
        </p:nvGrpSpPr>
        <p:grpSpPr>
          <a:xfrm rot="0">
            <a:off x="15573375" y="7940674"/>
            <a:ext cx="4692650" cy="4692650"/>
            <a:chOff x="15573375" y="7940674"/>
            <a:chExt cx="812800" cy="812800"/>
          </a:xfrm>
        </p:grpSpPr>
        <p:sp>
          <p:nvSpPr>
            <p:cNvPr id="3" name="Freeform 3" title="">
              <a:extLst>
                <a:ext uri="{98A3A766-FF4D-4FFD-A67F-3F36D8F630EF}">
                  <a16:creationId xmlns:a16="http://schemas.microsoft.com/office/drawing/2010/main" id="{7E968149-C71D-46C0-AE43-22FF9A4B2ECE}"/>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B1036808-3110-4AA3-AA18-ABCE857E4D40}">
                  <a16:creationId xmlns:a16="http://schemas.microsoft.com/office/drawing/2010/main" id="{AB13DD50-2B98-481E-B3CA-2182063819B1}"/>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71B0CC08-2D35-49EB-AF17-7CEB2F914742}">
                <a16:creationId xmlns:a16="http://schemas.microsoft.com/office/drawing/2010/main" id="{82917F1D-1EA0-420A-8336-9D2C1E32FC95}"/>
              </a:ext>
            </a:extLst>
          </p:cNvPr>
          <p:cNvSpPr txBox="1"/>
          <p:nvPr/>
        </p:nvSpPr>
        <p:spPr>
          <a:xfrm rot="0">
            <a:off x="1789113" y="1247775"/>
            <a:ext cx="9564687" cy="5111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dirty="0" lang="en-US" sz="4400">
                <a:solidFill>
                  <a:srgbClr val="000000"/>
                </a:solidFill>
                <a:latin typeface="Arial"/>
              </a:rPr>
              <a:t>Technology Stack &amp; Tools</a:t>
            </a:r>
            <a:endParaRPr dirty="0" lang="en-US" sz="4400">
              <a:solidFill>
                <a:srgbClr val="000000"/>
              </a:solidFill>
              <a:latin typeface="Arial"/>
            </a:endParaRPr>
          </a:p>
        </p:txBody>
      </p:sp>
      <p:sp>
        <p:nvSpPr>
          <p:cNvPr id="6" name="Date Placeholder 7">
            <a:extLst>
              <a:ext uri="{87ED9074-5354-46FC-84A7-463EE74A997B}">
                <a16:creationId xmlns:a16="http://schemas.microsoft.com/office/drawing/2010/main" id="{011405B5-4C6E-42BC-887E-6D0ED6B8F060}"/>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46473596-5645-4144-BBA6-819E0C50E633}"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D4574275-AC53-4F7B-ABAE-8AB173512E22}">
                <a16:creationId xmlns:a16="http://schemas.microsoft.com/office/drawing/2010/main" id="{51A7A8A3-5F50-46FD-B8DA-B0935F7F0BA8}"/>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5CD26B32-50E0-43C2-80DA-2BABD8E23E4D}" type="slidenum"/>
            <a:endParaRPr b="1" dirty="0" lang="en-US" sz="1800">
              <a:solidFill>
                <a:schemeClr val="accent1"/>
              </a:solidFill>
              <a:latin typeface="Corbel"/>
            </a:endParaRPr>
          </a:p>
        </p:txBody>
      </p:sp>
      <p:sp>
        <p:nvSpPr>
          <p:cNvPr id="8" name="Footer Placeholder 9">
            <a:extLst>
              <a:ext uri="{FCFEF90A-9DB9-42DB-93AB-1568B7F14D17}">
                <a16:creationId xmlns:a16="http://schemas.microsoft.com/office/drawing/2010/main" id="{FAA7C325-8929-4906-A037-230CC48197A9}"/>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E014572D-697F-438A-AD51-5CA4C85DA86E}">
                <a16:creationId xmlns:a16="http://schemas.microsoft.com/office/drawing/2010/main" id="{4FA2B245-C617-429F-A180-A0B5B2ADB83B}"/>
              </a:ext>
            </a:extLst>
          </p:cNvPr>
          <p:cNvSpPr txBox="1"/>
          <p:nvPr/>
        </p:nvSpPr>
        <p:spPr>
          <a:xfrm rot="0">
            <a:off x="1447800" y="2324100"/>
            <a:ext cx="16154400" cy="5210746"/>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buNone/>
            </a:pPr>
            <a:r>
              <a:rPr b="1" dirty="0" lang="en-US" sz="2400">
                <a:latin typeface="Arial"/>
              </a:rPr>
              <a:t/>
            </a:r>
          </a:p>
          <a:p>
            <a:pPr algn="just" indent="-285750" lvl="0" marL="285750">
              <a:buChar char="•"/>
              <a:buFont typeface=""/>
            </a:pPr>
            <a:r>
              <a:rPr b="1" dirty="0" lang="en-IN" sz="2400">
                <a:latin typeface="Arial"/>
              </a:rPr>
              <a:t>Software:</a:t>
            </a:r>
            <a:r>
              <a:rPr dirty="0" lang="en-IN" sz="2400">
                <a:latin typeface="Arial"/>
              </a:rPr>
              <a:t> </a:t>
            </a:r>
          </a:p>
          <a:p>
            <a:pPr algn="just" indent="0" lvl="1" marL="457200">
              <a:buNone/>
            </a:pPr>
            <a:r>
              <a:rPr b="1" dirty="0" lang="en-US" sz="2400">
                <a:latin typeface="Arial"/>
              </a:rPr>
              <a:t>Programming Language:</a:t>
            </a:r>
            <a:r>
              <a:rPr dirty="0" lang="en-US" sz="2400">
                <a:latin typeface="Arial"/>
              </a:rPr>
              <a:t> Python</a:t>
            </a:r>
            <a:br>
              <a:rPr dirty="0" lang="en-US" sz="2400">
                <a:latin typeface="Arial"/>
              </a:rPr>
            </a:br>
            <a:r>
              <a:rPr b="1" dirty="0" lang="en-US" sz="2400">
                <a:latin typeface="Arial"/>
              </a:rPr>
              <a:t>Machine Learning / </a:t>
            </a:r>
            <a:r>
              <a:rPr b="1" dirty="0" err="1" lang="en-US" sz="2400">
                <a:latin typeface="Arial"/>
              </a:rPr>
              <a:t>NLP</a:t>
            </a:r>
            <a:r>
              <a:rPr b="1" dirty="0" lang="en-US" sz="2400">
                <a:latin typeface="Arial"/>
              </a:rPr>
              <a:t> Libraries:</a:t>
            </a:r>
            <a:r>
              <a:rPr dirty="0" lang="en-US" sz="2400">
                <a:latin typeface="Arial"/>
              </a:rPr>
              <a:t> TensorFlow, PyTorch, Transformers , </a:t>
            </a:r>
            <a:r>
              <a:rPr dirty="0" err="1" lang="en-US" sz="2400">
                <a:latin typeface="Arial"/>
              </a:rPr>
              <a:t>NLTK</a:t>
            </a:r>
            <a:br>
              <a:rPr dirty="0" lang="en-US" sz="2400">
                <a:latin typeface="Arial"/>
              </a:rPr>
            </a:br>
            <a:r>
              <a:rPr b="1" dirty="0" lang="en-US" sz="2400">
                <a:latin typeface="Arial"/>
              </a:rPr>
              <a:t>Speech Processing:</a:t>
            </a:r>
            <a:r>
              <a:rPr dirty="0" lang="en-US" sz="2400">
                <a:latin typeface="Arial"/>
              </a:rPr>
              <a:t> Whisper, </a:t>
            </a:r>
            <a:r>
              <a:rPr dirty="0" err="1" lang="en-US" sz="2400">
                <a:latin typeface="Arial"/>
              </a:rPr>
              <a:t>SpeechRecognition</a:t>
            </a:r>
            <a:r>
              <a:rPr dirty="0" lang="en-US" sz="2400">
                <a:latin typeface="Arial"/>
              </a:rPr>
              <a:t> APIs</a:t>
            </a:r>
            <a:br>
              <a:rPr dirty="0" lang="en-US" sz="2400">
                <a:latin typeface="Arial"/>
              </a:rPr>
            </a:br>
            <a:r>
              <a:rPr b="1" dirty="0" lang="en-US" sz="2400">
                <a:latin typeface="Arial"/>
              </a:rPr>
              <a:t>Backend Development:</a:t>
            </a:r>
            <a:r>
              <a:rPr dirty="0" lang="en-US" sz="2400">
                <a:latin typeface="Arial"/>
              </a:rPr>
              <a:t> Python (Flask)</a:t>
            </a:r>
            <a:br>
              <a:rPr dirty="0" lang="en-US" sz="2400">
                <a:latin typeface="Arial"/>
              </a:rPr>
            </a:br>
            <a:r>
              <a:rPr b="1" dirty="0" lang="en-US" sz="2400">
                <a:latin typeface="Arial"/>
              </a:rPr>
              <a:t>Frontend Development:</a:t>
            </a:r>
            <a:r>
              <a:rPr dirty="0" lang="en-US" sz="2400">
                <a:latin typeface="Arial"/>
              </a:rPr>
              <a:t> HTML, CSS, JavaScript</a:t>
            </a:r>
            <a:br>
              <a:rPr dirty="0" lang="en-US" sz="2400">
                <a:latin typeface="Arial"/>
              </a:rPr>
            </a:br>
            <a:r>
              <a:rPr b="1" dirty="0" lang="en-US" sz="2400">
                <a:latin typeface="Arial"/>
              </a:rPr>
              <a:t>Version Control:</a:t>
            </a:r>
            <a:r>
              <a:rPr dirty="0" lang="en-US" sz="2400">
                <a:latin typeface="Arial"/>
              </a:rPr>
              <a:t> Git</a:t>
            </a:r>
          </a:p>
          <a:p>
            <a:pPr algn="just" indent="-285750" lvl="0" marL="285750">
              <a:buChar char="•"/>
              <a:buFont typeface=""/>
            </a:pPr>
            <a:r>
              <a:rPr dirty="0" lang="en-IN" sz="2400">
                <a:latin typeface="Arial"/>
              </a:rPr>
              <a:t/>
            </a:r>
          </a:p>
          <a:p>
            <a:pPr algn="just" indent="-285750" lvl="0" marL="285750">
              <a:buChar char="•"/>
              <a:buFont typeface=""/>
            </a:pPr>
            <a:r>
              <a:rPr b="1" dirty="0" lang="en-US" sz="2400">
                <a:latin typeface="Arial"/>
              </a:rPr>
              <a:t>Tools:</a:t>
            </a:r>
            <a:r>
              <a:rPr dirty="0" lang="en-US" sz="2400">
                <a:latin typeface="Arial"/>
              </a:rPr>
              <a:t> </a:t>
            </a:r>
          </a:p>
          <a:p>
            <a:pPr algn="just" indent="0" lvl="1" marL="457200">
              <a:buNone/>
            </a:pPr>
            <a:r>
              <a:rPr b="1" dirty="0" lang="en-US" sz="2400">
                <a:latin typeface="Arial"/>
              </a:rPr>
              <a:t>IDE:</a:t>
            </a:r>
            <a:r>
              <a:rPr dirty="0" lang="en-US" sz="2400">
                <a:latin typeface="Arial"/>
              </a:rPr>
              <a:t> Visual Studio Code; Cursor</a:t>
            </a:r>
            <a:br>
              <a:rPr dirty="0" lang="en-US" sz="2400">
                <a:latin typeface="Arial"/>
              </a:rPr>
            </a:br>
            <a:r>
              <a:rPr b="1" dirty="0" lang="en-US" sz="2400">
                <a:latin typeface="Arial"/>
              </a:rPr>
              <a:t>API Testing:</a:t>
            </a:r>
            <a:r>
              <a:rPr dirty="0" lang="en-US" sz="2400">
                <a:latin typeface="Arial"/>
              </a:rPr>
              <a:t> Postman</a:t>
            </a:r>
            <a:br>
              <a:rPr dirty="0" lang="en-US" sz="2400">
                <a:latin typeface="Arial"/>
              </a:rPr>
            </a:br>
            <a:r>
              <a:rPr b="1" dirty="0" lang="en-US" sz="2400">
                <a:latin typeface="Arial"/>
              </a:rPr>
              <a:t>Model Training &amp; Evaluation:</a:t>
            </a:r>
            <a:r>
              <a:rPr dirty="0" lang="en-US" sz="2400">
                <a:latin typeface="Arial"/>
              </a:rPr>
              <a:t> Google Colab</a:t>
            </a:r>
            <a:br>
              <a:rPr dirty="0" lang="en-US" sz="2400">
                <a:latin typeface="Arial"/>
              </a:rPr>
            </a:br>
            <a:r>
              <a:rPr b="1" dirty="0" lang="en-US" sz="2400">
                <a:latin typeface="Arial"/>
              </a:rPr>
              <a:t>Project Management:</a:t>
            </a:r>
            <a:r>
              <a:rPr dirty="0" lang="en-US" sz="2400">
                <a:latin typeface="Arial"/>
              </a:rPr>
              <a:t> GitHub</a:t>
            </a:r>
            <a:endParaRPr dirty="0" lang="en-US" sz="2400">
              <a:latin typeface="Arial"/>
            </a:endParaRPr>
          </a:p>
        </p:txBody>
      </p:sp>
    </p:spTree>
    <p:extLst>
      <p:ext uri="{B9E567AF-0EC0-4AF9-8902-0779247D7784}">
        <p14:creationId xmlns:p14="http://schemas.microsoft.com/office/powerpoint/2010/main" val="1770999092321"/>
      </p:ext>
    </p:extLst>
  </p:cSld>
  <p:clrMapOvr>
    <a:masterClrMapping/>
  </p:clrMapOvr>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1">
    <p:spTree>
      <p:nvGrpSpPr>
        <p:cNvPr id="1" name=""/>
        <p:cNvGrpSpPr/>
        <p:nvPr/>
      </p:nvGrpSpPr>
      <p:grpSpPr>
        <a:xfrm>
          <a:off x="0" y="0"/>
          <a:ext cx="0" cy="0"/>
          <a:chOff x="0" y="0"/>
          <a:chExt cx="0" cy="0"/>
        </a:xfrm>
      </p:grpSpPr>
      <p:grpSp>
        <p:nvGrpSpPr>
          <p:cNvPr id="2" name="Group 2" title="">
            <a:extLst>
              <a:ext uri="{EA56BE21-4717-480A-A9A2-FDF9760AB00B}">
                <a16:creationId xmlns:a16="http://schemas.microsoft.com/office/drawing/2010/main" id="{76E7CA1B-9DBA-4EA7-B100-01D35FD8E7CB}"/>
              </a:ext>
            </a:extLst>
          </p:cNvPr>
          <p:cNvGrpSpPr/>
          <p:nvPr/>
        </p:nvGrpSpPr>
        <p:grpSpPr>
          <a:xfrm rot="0">
            <a:off x="15573375" y="7940674"/>
            <a:ext cx="4692650" cy="4692650"/>
            <a:chOff x="15573375" y="7940674"/>
            <a:chExt cx="812800" cy="812800"/>
          </a:xfrm>
        </p:grpSpPr>
        <p:sp>
          <p:nvSpPr>
            <p:cNvPr id="3" name="Freeform 3" title="">
              <a:extLst>
                <a:ext uri="{65191D1D-A590-472F-B024-080CFB026021}">
                  <a16:creationId xmlns:a16="http://schemas.microsoft.com/office/drawing/2010/main" id="{61F36409-9CFD-4382-B199-68847499391B}"/>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051F8897-2F8C-4BA1-8038-FF134DF95B40}">
                  <a16:creationId xmlns:a16="http://schemas.microsoft.com/office/drawing/2010/main" id="{13B74F2E-6845-4173-9F10-1069CE3964AD}"/>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D00087B8-FAC8-4669-8FF8-10E06660DA79}">
                <a16:creationId xmlns:a16="http://schemas.microsoft.com/office/drawing/2010/main" id="{2D32B330-8EB8-4880-8BE3-B8714E21933C}"/>
              </a:ext>
            </a:extLst>
          </p:cNvPr>
          <p:cNvSpPr txBox="1"/>
          <p:nvPr/>
        </p:nvSpPr>
        <p:spPr>
          <a:xfrm rot="0">
            <a:off x="1789113" y="1247775"/>
            <a:ext cx="11698287" cy="5111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dirty="0" lang="en-US" sz="4400">
                <a:solidFill>
                  <a:srgbClr val="000000"/>
                </a:solidFill>
                <a:latin typeface="Arial"/>
              </a:rPr>
              <a:t>Expected Outcomes &amp; Deliverables</a:t>
            </a:r>
            <a:endParaRPr dirty="0" lang="en-US" sz="4400">
              <a:solidFill>
                <a:srgbClr val="000000"/>
              </a:solidFill>
              <a:latin typeface="Arial"/>
            </a:endParaRPr>
          </a:p>
        </p:txBody>
      </p:sp>
      <p:sp>
        <p:nvSpPr>
          <p:cNvPr id="6" name="Date Placeholder 7">
            <a:extLst>
              <a:ext uri="{98527A96-0B1F-47A5-A641-BB97FF7AB4BC}">
                <a16:creationId xmlns:a16="http://schemas.microsoft.com/office/drawing/2010/main" id="{BF10C164-0D53-4F4C-ACB8-446A6C2DF4B6}"/>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6BF82FD2-5F76-418B-9FC9-B798E68571E2}"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03ABA891-9495-4BE4-AFB0-EDBB89D310F4}">
                <a16:creationId xmlns:a16="http://schemas.microsoft.com/office/drawing/2010/main" id="{34DD3BF9-24E7-42DC-A7C7-62F13D1CBB6E}"/>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156704D3-462B-45BB-8212-453B4672B29D}" type="slidenum"/>
            <a:endParaRPr b="1" dirty="0" lang="en-US" sz="1800">
              <a:solidFill>
                <a:schemeClr val="accent1"/>
              </a:solidFill>
              <a:latin typeface="Corbel"/>
            </a:endParaRPr>
          </a:p>
        </p:txBody>
      </p:sp>
      <p:sp>
        <p:nvSpPr>
          <p:cNvPr id="8" name="Footer Placeholder 9">
            <a:extLst>
              <a:ext uri="{4FF39067-D484-42BB-B68E-939F6A2CBE51}">
                <a16:creationId xmlns:a16="http://schemas.microsoft.com/office/drawing/2010/main" id="{F752885B-941C-423A-A9BE-6AB4D7275D05}"/>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AC624338-472B-4F02-93D7-7F44EFF18AB1}">
                <a16:creationId xmlns:a16="http://schemas.microsoft.com/office/drawing/2010/main" id="{2E33F5D3-02A4-433A-BC7B-C97EB9A28E39}"/>
              </a:ext>
            </a:extLst>
          </p:cNvPr>
          <p:cNvSpPr txBox="1"/>
          <p:nvPr/>
        </p:nvSpPr>
        <p:spPr>
          <a:xfrm rot="0">
            <a:off x="1447800" y="2324100"/>
            <a:ext cx="16154400" cy="6673405"/>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285750" lvl="0" marL="285750">
              <a:buChar char="•"/>
              <a:buFont typeface=""/>
            </a:pPr>
            <a:r>
              <a:rPr b="1" dirty="0" lang="en-IN" sz="2400">
                <a:latin typeface="+mj-lt"/>
              </a:rPr>
              <a:t>Expected Outcomes:</a:t>
            </a:r>
          </a:p>
          <a:p>
            <a:pPr algn="just" indent="-285750" lvl="0" marL="285750">
              <a:buChar char="•"/>
              <a:buFont typeface=""/>
            </a:pPr>
            <a:r>
              <a:rPr dirty="0" lang="en-IN" sz="2400">
                <a:latin typeface="Arial"/>
              </a:rPr>
              <a:t/>
            </a:r>
          </a:p>
          <a:p>
            <a:pPr algn="just" indent="-285750" lvl="0" marL="285750">
              <a:buChar char="•"/>
              <a:buFont typeface=""/>
            </a:pPr>
            <a:r>
              <a:rPr dirty="0" lang="en-US" sz="2400"/>
              <a:t>Accurate </a:t>
            </a:r>
            <a:r>
              <a:rPr dirty="0" lang="en-US" sz="2400"/>
              <a:t>speech-to-text transcription</a:t>
            </a:r>
            <a:r>
              <a:rPr dirty="0" lang="en-US" sz="2400"/>
              <a:t> of meeting audio</a:t>
            </a:r>
          </a:p>
          <a:p>
            <a:pPr algn="just" indent="-285750">
              <a:buChar char="•"/>
              <a:buFont typeface=""/>
            </a:pPr>
            <a:r>
              <a:rPr dirty="0" lang="en-US" sz="2400"/>
              <a:t>Clear and concise </a:t>
            </a:r>
            <a:r>
              <a:rPr dirty="0" lang="en-US" sz="2400"/>
              <a:t>AI-generated meeting summaries</a:t>
            </a:r>
          </a:p>
          <a:p>
            <a:pPr algn="just" indent="-285750">
              <a:buChar char="•"/>
              <a:buFont typeface=""/>
            </a:pPr>
            <a:r>
              <a:rPr dirty="0" lang="en-US" sz="2400"/>
              <a:t>Automatic </a:t>
            </a:r>
            <a:r>
              <a:rPr dirty="0" lang="en-US" sz="2400"/>
              <a:t>extraction of action items and decisions</a:t>
            </a:r>
          </a:p>
          <a:p>
            <a:pPr algn="just" indent="-285750">
              <a:buChar char="•"/>
              <a:buFont typeface=""/>
            </a:pPr>
            <a:r>
              <a:rPr dirty="0" lang="en-US" sz="2400"/>
              <a:t>Identification of </a:t>
            </a:r>
            <a:r>
              <a:rPr dirty="0" lang="en-US" sz="2400"/>
              <a:t>responsible participants and deadlines</a:t>
            </a:r>
          </a:p>
          <a:p>
            <a:pPr algn="just" indent="-285750">
              <a:buChar char="•"/>
              <a:buFont typeface=""/>
            </a:pPr>
            <a:r>
              <a:rPr dirty="0" lang="en-US" sz="2400"/>
              <a:t>Structured </a:t>
            </a:r>
            <a:r>
              <a:rPr dirty="0" lang="en-US" sz="2400"/>
              <a:t>action plan generation</a:t>
            </a:r>
          </a:p>
          <a:p>
            <a:pPr algn="just" indent="-285750">
              <a:buChar char="•"/>
              <a:buFont typeface=""/>
            </a:pPr>
            <a:r>
              <a:rPr dirty="0" lang="en-US" sz="2400"/>
              <a:t>Reduced cognitive load and manual note-taking effort</a:t>
            </a:r>
          </a:p>
          <a:p>
            <a:pPr algn="just" indent="-285750">
              <a:buChar char="•"/>
              <a:buFont typeface=""/>
            </a:pPr>
            <a:r>
              <a:rPr dirty="0" lang="en-US" sz="2400"/>
              <a:t>Improved accountability and execution efficiency</a:t>
            </a:r>
          </a:p>
          <a:p>
            <a:pPr algn="just" indent="-285750" lvl="0" marL="285750">
              <a:buChar char="•"/>
              <a:buFont typeface=""/>
            </a:pPr>
            <a:r>
              <a:rPr dirty="0" lang="en-IN" sz="2400">
                <a:latin typeface="Arial"/>
              </a:rPr>
              <a:t/>
            </a:r>
          </a:p>
          <a:p>
            <a:pPr algn="just" indent="-285750" lvl="0" marL="285750">
              <a:buChar char="•"/>
              <a:buFont typeface=""/>
            </a:pPr>
            <a:r>
              <a:rPr b="1" dirty="0" lang="en-IN" sz="2400">
                <a:latin typeface="+mj-lt"/>
              </a:rPr>
              <a:t>Deliverables</a:t>
            </a:r>
          </a:p>
          <a:p>
            <a:pPr algn="just" indent="-285750" lvl="0" marL="285750">
              <a:buChar char="•"/>
              <a:buFont typeface=""/>
            </a:pPr>
            <a:r>
              <a:rPr dirty="0" lang="en-IN" sz="2400">
                <a:latin typeface="Arial"/>
              </a:rPr>
              <a:t/>
            </a:r>
          </a:p>
          <a:p>
            <a:pPr algn="just" indent="-285750" lvl="0" marL="285750">
              <a:buChar char="•"/>
              <a:buFont typeface=""/>
            </a:pPr>
            <a:r>
              <a:rPr dirty="0" lang="en-US" sz="2400">
                <a:latin typeface="Lato"/>
              </a:rPr>
              <a:t> Functional </a:t>
            </a:r>
            <a:r>
              <a:rPr b="0" dirty="0" lang="en-US" sz="2400">
                <a:latin typeface="Lato"/>
              </a:rPr>
              <a:t>Meeting </a:t>
            </a:r>
            <a:r>
              <a:rPr b="0" dirty="0" err="1" lang="en-US" sz="2400">
                <a:latin typeface="Lato"/>
              </a:rPr>
              <a:t>Summarizer</a:t>
            </a:r>
            <a:r>
              <a:rPr b="0" dirty="0" lang="en-US" sz="2400">
                <a:latin typeface="Lato"/>
              </a:rPr>
              <a:t> System (Prototype)</a:t>
            </a:r>
          </a:p>
          <a:p>
            <a:pPr algn="just" indent="-285750">
              <a:buChar char="•"/>
              <a:buFont typeface=""/>
            </a:pPr>
            <a:r>
              <a:rPr dirty="0" lang="en-US" sz="2400">
                <a:latin typeface="Lato"/>
              </a:rPr>
              <a:t>Trained models for </a:t>
            </a:r>
            <a:r>
              <a:rPr b="0" dirty="0" lang="en-US" sz="2400">
                <a:latin typeface="Lato"/>
              </a:rPr>
              <a:t>Transcription, Summarization &amp; Action Extraction</a:t>
            </a:r>
          </a:p>
          <a:p>
            <a:pPr algn="just" indent="-285750">
              <a:buChar char="•"/>
              <a:buFont typeface=""/>
            </a:pPr>
            <a:r>
              <a:rPr dirty="0" lang="en-US" sz="2400">
                <a:latin typeface="Lato"/>
              </a:rPr>
              <a:t>Structured </a:t>
            </a:r>
            <a:r>
              <a:rPr b="0" dirty="0" lang="en-US" sz="2400">
                <a:latin typeface="Lato"/>
              </a:rPr>
              <a:t>Action Plan Output Format</a:t>
            </a:r>
          </a:p>
          <a:p>
            <a:pPr algn="just" indent="-285750">
              <a:buChar char="•"/>
              <a:buFont typeface=""/>
            </a:pPr>
            <a:r>
              <a:rPr dirty="0" lang="en-US" sz="2400">
                <a:latin typeface="Lato"/>
              </a:rPr>
              <a:t>User Interface for viewing summaries and tasks</a:t>
            </a:r>
          </a:p>
          <a:p>
            <a:pPr algn="just" indent="-285750">
              <a:buChar char="•"/>
              <a:buFont typeface=""/>
            </a:pPr>
            <a:r>
              <a:rPr dirty="0" lang="en-US" sz="2400">
                <a:latin typeface="Lato"/>
              </a:rPr>
              <a:t> </a:t>
            </a:r>
            <a:r>
              <a:rPr dirty="0" lang="en-US" sz="2400">
                <a:latin typeface="Lato"/>
              </a:rPr>
              <a:t>Dataset preparation and annotated training data</a:t>
            </a:r>
          </a:p>
          <a:p>
            <a:pPr algn="just" indent="-285750">
              <a:buChar char="•"/>
              <a:buFont typeface=""/>
            </a:pPr>
            <a:r>
              <a:rPr dirty="0" lang="en-US" sz="2400">
                <a:latin typeface="Lato"/>
              </a:rPr>
              <a:t> </a:t>
            </a:r>
            <a:r>
              <a:rPr dirty="0" lang="en-US" sz="2400">
                <a:latin typeface="Lato"/>
              </a:rPr>
              <a:t>IEEE Conference Research Paper Documentation</a:t>
            </a:r>
            <a:endParaRPr dirty="0" lang="en-US" sz="2400">
              <a:latin typeface="Lato"/>
            </a:endParaRPr>
          </a:p>
        </p:txBody>
      </p:sp>
    </p:spTree>
    <p:extLst>
      <p:ext uri="{2E9340E3-2CF5-4951-B805-E61719C7C2BF}">
        <p14:creationId xmlns:p14="http://schemas.microsoft.com/office/powerpoint/2010/main" val="1770999092323"/>
      </p:ext>
    </p:extLst>
  </p:cSld>
  <p:clrMapOvr>
    <a:masterClrMapping/>
  </p:clrMapOvr>
</p:sld>
</file>

<file path=ppt/slides/slide1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2">
    <p:spTree>
      <p:nvGrpSpPr>
        <p:cNvPr id="1" name=""/>
        <p:cNvGrpSpPr/>
        <p:nvPr/>
      </p:nvGrpSpPr>
      <p:grpSpPr>
        <a:xfrm>
          <a:off x="0" y="0"/>
          <a:ext cx="0" cy="0"/>
          <a:chOff x="0" y="0"/>
          <a:chExt cx="0" cy="0"/>
        </a:xfrm>
      </p:grpSpPr>
      <p:grpSp>
        <p:nvGrpSpPr>
          <p:cNvPr id="2" name="Group 2" title="">
            <a:extLst>
              <a:ext uri="{38DB22E9-F1E2-4236-BCDD-32B46AB9040E}">
                <a16:creationId xmlns:a16="http://schemas.microsoft.com/office/drawing/2010/main" id="{C033B00E-48A3-4BD0-8DF6-7C25CB681F7F}"/>
              </a:ext>
            </a:extLst>
          </p:cNvPr>
          <p:cNvGrpSpPr/>
          <p:nvPr/>
        </p:nvGrpSpPr>
        <p:grpSpPr>
          <a:xfrm rot="0">
            <a:off x="15573375" y="7940674"/>
            <a:ext cx="4692650" cy="4692650"/>
            <a:chOff x="15573375" y="7940674"/>
            <a:chExt cx="812800" cy="812800"/>
          </a:xfrm>
        </p:grpSpPr>
        <p:sp>
          <p:nvSpPr>
            <p:cNvPr id="3" name="Freeform 3" title="">
              <a:extLst>
                <a:ext uri="{A7EB107D-0603-4C9E-90B0-3B59842D3037}">
                  <a16:creationId xmlns:a16="http://schemas.microsoft.com/office/drawing/2010/main" id="{5F7F9410-98B5-4269-A330-615E90F97182}"/>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A24310CC-ECF9-4ED8-AC0D-8D154A7203EA}">
                  <a16:creationId xmlns:a16="http://schemas.microsoft.com/office/drawing/2010/main" id="{CE52EDBF-74E2-44B3-95C5-663B8B9A7514}"/>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550E19D5-84D1-49E1-8AE3-B59CA35B4637}">
                <a16:creationId xmlns:a16="http://schemas.microsoft.com/office/drawing/2010/main" id="{0266E107-4239-4688-86E7-C6AF046056B5}"/>
              </a:ext>
            </a:extLst>
          </p:cNvPr>
          <p:cNvSpPr txBox="1"/>
          <p:nvPr/>
        </p:nvSpPr>
        <p:spPr>
          <a:xfrm rot="0">
            <a:off x="1789113" y="1247775"/>
            <a:ext cx="13527088" cy="5111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dirty="0" lang="en-US" sz="4400">
                <a:solidFill>
                  <a:srgbClr val="000000"/>
                </a:solidFill>
                <a:latin typeface="Arial"/>
              </a:rPr>
              <a:t>Progress &amp; Milestones Achieved (For Review-1)</a:t>
            </a:r>
            <a:endParaRPr dirty="0" lang="en-US" sz="4400">
              <a:solidFill>
                <a:srgbClr val="000000"/>
              </a:solidFill>
              <a:latin typeface="Arial"/>
            </a:endParaRPr>
          </a:p>
        </p:txBody>
      </p:sp>
      <p:sp>
        <p:nvSpPr>
          <p:cNvPr id="6" name="Date Placeholder 7">
            <a:extLst>
              <a:ext uri="{71154E5C-B455-4B7A-B7DE-F90792729F0B}">
                <a16:creationId xmlns:a16="http://schemas.microsoft.com/office/drawing/2010/main" id="{04A3A721-05AA-4DB7-BB16-E2529A374B81}"/>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B2E220BF-63A5-419F-87D7-AF633C444F4D}"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38977B56-943D-4EB4-A8AC-7E393851951C}">
                <a16:creationId xmlns:a16="http://schemas.microsoft.com/office/drawing/2010/main" id="{8E05E332-899B-4C97-90BB-07FD12CA0166}"/>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EF3EFC1E-CD9C-4F21-9C34-D92AD0AA36CE}" type="slidenum"/>
            <a:endParaRPr b="1" dirty="0" lang="en-US" sz="1800">
              <a:solidFill>
                <a:schemeClr val="accent1"/>
              </a:solidFill>
              <a:latin typeface="Corbel"/>
            </a:endParaRPr>
          </a:p>
        </p:txBody>
      </p:sp>
      <p:sp>
        <p:nvSpPr>
          <p:cNvPr id="8" name="Footer Placeholder 9">
            <a:extLst>
              <a:ext uri="{9BB95B21-B60F-4BDF-9088-113E763945FA}">
                <a16:creationId xmlns:a16="http://schemas.microsoft.com/office/drawing/2010/main" id="{318611CC-1D59-4455-8042-70007EFD60F6}"/>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147F3840-B333-440A-AD30-217DBF15675A}">
                <a16:creationId xmlns:a16="http://schemas.microsoft.com/office/drawing/2010/main" id="{E36E3355-5774-4237-96E9-C36C37F6851D}"/>
              </a:ext>
            </a:extLst>
          </p:cNvPr>
          <p:cNvSpPr txBox="1"/>
          <p:nvPr/>
        </p:nvSpPr>
        <p:spPr>
          <a:xfrm rot="0">
            <a:off x="1447800" y="2324100"/>
            <a:ext cx="16154400" cy="7039070"/>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285750" lvl="0" marL="285750">
              <a:buChar char="•"/>
              <a:buFont typeface=""/>
            </a:pPr>
            <a:r>
              <a:rPr b="1" dirty="0" lang="en-US" sz="2400">
                <a:latin typeface="Arial"/>
              </a:rPr>
              <a:t>Completed Tasks:</a:t>
            </a:r>
          </a:p>
          <a:p>
            <a:pPr algn="just" indent="0" lvl="1" marL="457200">
              <a:buNone/>
            </a:pPr>
            <a:r>
              <a:rPr dirty="0" lang="en-US" sz="2400">
                <a:latin typeface="Arial"/>
              </a:rPr>
              <a:t>System architecture designed</a:t>
            </a:r>
          </a:p>
          <a:p>
            <a:pPr algn="just" indent="0" lvl="1" marL="457200">
              <a:buNone/>
            </a:pPr>
            <a:r>
              <a:rPr dirty="0" lang="en-US" sz="2400">
                <a:latin typeface="Arial"/>
              </a:rPr>
              <a:t>Video &amp; transcript upload implemented</a:t>
            </a:r>
            <a:br>
              <a:rPr dirty="0" lang="en-US" sz="2400">
                <a:latin typeface="Arial"/>
              </a:rPr>
            </a:br>
            <a:r>
              <a:rPr dirty="0" lang="en-US" sz="2400">
                <a:latin typeface="Arial"/>
              </a:rPr>
              <a:t>Speech-to-text using Whisper integrated</a:t>
            </a:r>
            <a:br>
              <a:rPr dirty="0" lang="en-US" sz="2400">
                <a:latin typeface="Arial"/>
              </a:rPr>
            </a:br>
            <a:r>
              <a:rPr dirty="0" lang="en-US" sz="2400">
                <a:latin typeface="Arial"/>
              </a:rPr>
              <a:t>Extractive &amp; Transformer summarization developed</a:t>
            </a:r>
            <a:br>
              <a:rPr dirty="0" lang="en-US" sz="2400">
                <a:latin typeface="Arial"/>
              </a:rPr>
            </a:br>
            <a:r>
              <a:rPr dirty="0" lang="en-US" sz="2400">
                <a:latin typeface="Arial"/>
              </a:rPr>
              <a:t>Action item, person &amp; deadline detection completed</a:t>
            </a:r>
            <a:br>
              <a:rPr dirty="0" lang="en-US" sz="2400">
                <a:latin typeface="Arial"/>
              </a:rPr>
            </a:br>
            <a:r>
              <a:rPr dirty="0" lang="en-US" sz="2400">
                <a:latin typeface="Arial"/>
              </a:rPr>
              <a:t>Dashboard </a:t>
            </a:r>
            <a:r>
              <a:rPr dirty="0" err="1" lang="en-US" sz="2400">
                <a:latin typeface="Arial"/>
              </a:rPr>
              <a:t>UI</a:t>
            </a:r>
            <a:r>
              <a:rPr dirty="0" lang="en-US" sz="2400">
                <a:latin typeface="Arial"/>
              </a:rPr>
              <a:t> and PDF report generation implemented</a:t>
            </a:r>
          </a:p>
          <a:p>
            <a:pPr algn="just" indent="-285750" lvl="0" marL="285750">
              <a:buChar char="•"/>
              <a:buFont typeface=""/>
            </a:pPr>
            <a:r>
              <a:rPr dirty="0" lang="en-US" sz="2400">
                <a:latin typeface="Arial"/>
              </a:rPr>
              <a:t/>
            </a:r>
          </a:p>
          <a:p>
            <a:pPr algn="just" indent="-285750" lvl="0" marL="285750">
              <a:buChar char="•"/>
              <a:buFont typeface=""/>
            </a:pPr>
            <a:r>
              <a:rPr dirty="0" lang="en-US" sz="2400">
                <a:latin typeface="Arial"/>
              </a:rPr>
              <a:t/>
            </a:r>
          </a:p>
          <a:p>
            <a:pPr algn="just" indent="-285750" lvl="0" marL="285750">
              <a:buChar char="•"/>
              <a:buFont typeface=""/>
            </a:pPr>
            <a:r>
              <a:rPr b="1" dirty="0" lang="en-US" sz="2400">
                <a:latin typeface="Arial"/>
              </a:rPr>
              <a:t>Milestones Reached:</a:t>
            </a:r>
            <a:r>
              <a:rPr dirty="0" lang="en-US" sz="2400">
                <a:latin typeface="Arial"/>
              </a:rPr>
              <a:t> </a:t>
            </a:r>
          </a:p>
          <a:p>
            <a:pPr algn="just" indent="0" lvl="1" marL="457200">
              <a:buNone/>
            </a:pPr>
            <a:r>
              <a:rPr dirty="0" lang="en-US" sz="2400">
                <a:latin typeface="Arial"/>
              </a:rPr>
              <a:t>End-to-end system integration completed</a:t>
            </a:r>
            <a:br>
              <a:rPr dirty="0" lang="en-US" sz="2400">
                <a:latin typeface="Arial"/>
              </a:rPr>
            </a:br>
            <a:r>
              <a:rPr dirty="0" lang="en-US" sz="2400">
                <a:latin typeface="Arial"/>
              </a:rPr>
              <a:t>Successful summary generation from real meeting data</a:t>
            </a:r>
            <a:br>
              <a:rPr dirty="0" lang="en-US" sz="2400">
                <a:latin typeface="Arial"/>
              </a:rPr>
            </a:br>
            <a:r>
              <a:rPr dirty="0" lang="en-US" sz="2400">
                <a:latin typeface="Arial"/>
              </a:rPr>
              <a:t>Automatic action tracking working</a:t>
            </a:r>
            <a:br>
              <a:rPr dirty="0" lang="en-US" sz="2400">
                <a:latin typeface="Arial"/>
              </a:rPr>
            </a:br>
            <a:r>
              <a:rPr dirty="0" lang="en-US" sz="2400">
                <a:latin typeface="Arial"/>
              </a:rPr>
              <a:t>Web application fully functional</a:t>
            </a:r>
          </a:p>
          <a:p>
            <a:pPr algn="just" indent="-285750" lvl="0" marL="285750">
              <a:buChar char="•"/>
              <a:buFont typeface=""/>
            </a:pPr>
            <a:r>
              <a:rPr dirty="0" lang="en-US" sz="2400">
                <a:latin typeface="Arial"/>
              </a:rPr>
              <a:t/>
            </a:r>
          </a:p>
          <a:p>
            <a:pPr algn="just" indent="-285750" lvl="0" marL="285750">
              <a:buChar char="•"/>
              <a:buFont typeface=""/>
            </a:pPr>
            <a:r>
              <a:rPr b="1" dirty="0" lang="en-US" sz="2400">
                <a:latin typeface="Arial"/>
              </a:rPr>
              <a:t>Current Status:</a:t>
            </a:r>
            <a:r>
              <a:rPr dirty="0" lang="en-US" sz="2400">
                <a:latin typeface="Arial"/>
              </a:rPr>
              <a:t> </a:t>
            </a:r>
          </a:p>
          <a:p>
            <a:pPr algn="just" indent="0" lvl="1" marL="457200">
              <a:buNone/>
            </a:pPr>
            <a:r>
              <a:rPr dirty="0" lang="en-US" sz="2400">
                <a:latin typeface="Arial"/>
              </a:rPr>
              <a:t>Project implementation completed</a:t>
            </a:r>
            <a:br>
              <a:rPr dirty="0" lang="en-US" sz="2400">
                <a:latin typeface="Arial"/>
              </a:rPr>
            </a:br>
            <a:r>
              <a:rPr dirty="0" lang="en-US" sz="2400">
                <a:latin typeface="Arial"/>
              </a:rPr>
              <a:t>System under final testing and optimization</a:t>
            </a:r>
            <a:br>
              <a:rPr dirty="0" lang="en-US" sz="2400">
                <a:latin typeface="Arial"/>
              </a:rPr>
            </a:br>
            <a:r>
              <a:rPr dirty="0" lang="en-US" sz="2400">
                <a:latin typeface="Arial"/>
              </a:rPr>
              <a:t>Preparing for deployment and documentation</a:t>
            </a:r>
            <a:endParaRPr dirty="0" lang="en-US" sz="2400">
              <a:latin typeface="Arial"/>
            </a:endParaRPr>
          </a:p>
        </p:txBody>
      </p:sp>
    </p:spTree>
    <p:extLst>
      <p:ext uri="{C7124367-A00B-4403-A3D3-F43280A7B109}">
        <p14:creationId xmlns:p14="http://schemas.microsoft.com/office/powerpoint/2010/main" val="1770999092325"/>
      </p:ext>
    </p:extLst>
  </p:cSld>
  <p:clrMapOvr>
    <a:masterClrMapping/>
  </p:clrMapOvr>
</p:sld>
</file>

<file path=ppt/slides/slide1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3">
    <p:spTree>
      <p:nvGrpSpPr>
        <p:cNvPr id="1" name=""/>
        <p:cNvGrpSpPr/>
        <p:nvPr/>
      </p:nvGrpSpPr>
      <p:grpSpPr>
        <a:xfrm>
          <a:off x="0" y="0"/>
          <a:ext cx="0" cy="0"/>
          <a:chOff x="0" y="0"/>
          <a:chExt cx="0" cy="0"/>
        </a:xfrm>
      </p:grpSpPr>
      <p:grpSp>
        <p:nvGrpSpPr>
          <p:cNvPr id="2" name="Group 2" title="">
            <a:extLst>
              <a:ext uri="{3CA898EB-AE4A-4605-B153-E487B630A009}">
                <a16:creationId xmlns:a16="http://schemas.microsoft.com/office/drawing/2010/main" id="{B455555E-5EE5-4511-8964-740B151B144E}"/>
              </a:ext>
            </a:extLst>
          </p:cNvPr>
          <p:cNvGrpSpPr/>
          <p:nvPr/>
        </p:nvGrpSpPr>
        <p:grpSpPr>
          <a:xfrm rot="0">
            <a:off x="15573375" y="7940674"/>
            <a:ext cx="4692650" cy="4692650"/>
            <a:chOff x="15573375" y="7940674"/>
            <a:chExt cx="812800" cy="812800"/>
          </a:xfrm>
        </p:grpSpPr>
        <p:sp>
          <p:nvSpPr>
            <p:cNvPr id="3" name="Freeform 3" title="">
              <a:extLst>
                <a:ext uri="{61DEADF5-8ADC-4ED2-B262-FEDCE0EE8138}">
                  <a16:creationId xmlns:a16="http://schemas.microsoft.com/office/drawing/2010/main" id="{E266FF02-2E19-402F-A2FB-0FF1FC70D793}"/>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1471E95D-CFE8-4601-B303-DA51AB71EAEF}">
                  <a16:creationId xmlns:a16="http://schemas.microsoft.com/office/drawing/2010/main" id="{7FD8B295-60D0-4AF6-B240-A51E94860018}"/>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9B7ECC5E-0752-4A27-ACD1-C0BA18526F5D}">
                <a16:creationId xmlns:a16="http://schemas.microsoft.com/office/drawing/2010/main" id="{3063BC38-3091-49B9-9642-6581623BE11E}"/>
              </a:ext>
            </a:extLst>
          </p:cNvPr>
          <p:cNvSpPr txBox="1"/>
          <p:nvPr/>
        </p:nvSpPr>
        <p:spPr>
          <a:xfrm rot="0">
            <a:off x="1789113" y="1247775"/>
            <a:ext cx="13527088" cy="5111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dirty="0" lang="en-US" sz="4400">
                <a:solidFill>
                  <a:srgbClr val="000000"/>
                </a:solidFill>
                <a:latin typeface="Arial"/>
              </a:rPr>
              <a:t> Future Work &amp; Next Steps</a:t>
            </a:r>
            <a:endParaRPr dirty="0" lang="en-US" sz="4400">
              <a:solidFill>
                <a:srgbClr val="000000"/>
              </a:solidFill>
              <a:latin typeface="Arial"/>
            </a:endParaRPr>
          </a:p>
        </p:txBody>
      </p:sp>
      <p:sp>
        <p:nvSpPr>
          <p:cNvPr id="6" name="Date Placeholder 7">
            <a:extLst>
              <a:ext uri="{B8E0356D-A8B7-45D5-8659-8903739E2A3F}">
                <a16:creationId xmlns:a16="http://schemas.microsoft.com/office/drawing/2010/main" id="{47FFD786-1B67-437F-957F-774CB36B6039}"/>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B2F38A0C-3C76-4298-9197-4F0E889B4DB0}"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2BD0D497-08E4-4D52-ABCB-D42A27C8DD42}">
                <a16:creationId xmlns:a16="http://schemas.microsoft.com/office/drawing/2010/main" id="{4BE3E073-C73D-4CB0-89C4-B1E509FCD0E6}"/>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4885A1F9-B49A-4B9A-A710-1E7AC07BD9ED}" type="slidenum"/>
            <a:endParaRPr b="1" dirty="0" lang="en-US" sz="1800">
              <a:solidFill>
                <a:schemeClr val="accent1"/>
              </a:solidFill>
              <a:latin typeface="Corbel"/>
            </a:endParaRPr>
          </a:p>
        </p:txBody>
      </p:sp>
      <p:sp>
        <p:nvSpPr>
          <p:cNvPr id="8" name="Footer Placeholder 9">
            <a:extLst>
              <a:ext uri="{9F69B3F5-7193-4FD5-9B05-95A446FE2C09}">
                <a16:creationId xmlns:a16="http://schemas.microsoft.com/office/drawing/2010/main" id="{EAB9D9A6-B79D-44F0-ABAD-899C4458C9E3}"/>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99132BCC-B53C-4B6B-ABF0-96396F721BE0}">
                <a16:creationId xmlns:a16="http://schemas.microsoft.com/office/drawing/2010/main" id="{DF3C114A-39DD-4568-93BD-5A7B234FEFE7}"/>
              </a:ext>
            </a:extLst>
          </p:cNvPr>
          <p:cNvSpPr txBox="1"/>
          <p:nvPr/>
        </p:nvSpPr>
        <p:spPr>
          <a:xfrm rot="0">
            <a:off x="1447800" y="2324100"/>
            <a:ext cx="16154400" cy="5210746"/>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285750" lvl="0" marL="285750">
              <a:buChar char="•"/>
              <a:buFont typeface=""/>
            </a:pPr>
            <a:r>
              <a:rPr b="1" dirty="0" lang="en-US" sz="2400">
                <a:latin typeface="Arial"/>
              </a:rPr>
              <a:t>Planned Activities:</a:t>
            </a:r>
            <a:r>
              <a:rPr dirty="0" lang="en-US" sz="2400">
                <a:latin typeface="Arial"/>
              </a:rPr>
              <a:t> </a:t>
            </a:r>
          </a:p>
          <a:p>
            <a:pPr algn="just" indent="0" lvl="1" marL="457200">
              <a:buNone/>
            </a:pPr>
            <a:r>
              <a:rPr dirty="0" lang="en-US" sz="2400">
                <a:latin typeface="Arial"/>
              </a:rPr>
              <a:t>Deploy system on cloud platform (Render/AWS)</a:t>
            </a:r>
            <a:br>
              <a:rPr dirty="0" lang="en-US" sz="2400">
                <a:latin typeface="Arial"/>
              </a:rPr>
            </a:br>
            <a:r>
              <a:rPr dirty="0" lang="en-US" sz="2400">
                <a:latin typeface="Arial"/>
              </a:rPr>
              <a:t>Optimize model performance and response time</a:t>
            </a:r>
            <a:br>
              <a:rPr dirty="0" lang="en-US" sz="2400">
                <a:latin typeface="Arial"/>
              </a:rPr>
            </a:br>
            <a:r>
              <a:rPr dirty="0" lang="en-US" sz="2400">
                <a:latin typeface="Arial"/>
              </a:rPr>
              <a:t>Add real-time meeting summarization feature</a:t>
            </a:r>
            <a:br>
              <a:rPr dirty="0" lang="en-US" sz="2400">
                <a:latin typeface="Arial"/>
              </a:rPr>
            </a:br>
            <a:r>
              <a:rPr dirty="0" lang="en-US" sz="2400">
                <a:latin typeface="Arial"/>
              </a:rPr>
              <a:t>Implement multi-language support</a:t>
            </a:r>
            <a:br>
              <a:rPr dirty="0" lang="en-US" sz="2400">
                <a:latin typeface="Arial"/>
              </a:rPr>
            </a:br>
            <a:r>
              <a:rPr dirty="0" lang="en-US" sz="2400">
                <a:latin typeface="Arial"/>
              </a:rPr>
              <a:t>Enhance action item tracking with notifications</a:t>
            </a:r>
            <a:br>
              <a:rPr dirty="0" lang="en-US" sz="2400">
                <a:latin typeface="Arial"/>
              </a:rPr>
            </a:br>
            <a:r>
              <a:rPr dirty="0" lang="en-US" sz="2400">
                <a:latin typeface="Arial"/>
              </a:rPr>
              <a:t>Improve </a:t>
            </a:r>
            <a:r>
              <a:rPr dirty="0" err="1" lang="en-US" sz="2400">
                <a:latin typeface="Arial"/>
              </a:rPr>
              <a:t>UI</a:t>
            </a:r>
            <a:r>
              <a:rPr dirty="0" lang="en-US" sz="2400">
                <a:latin typeface="Arial"/>
              </a:rPr>
              <a:t> with analytics dashboard</a:t>
            </a:r>
          </a:p>
          <a:p>
            <a:pPr algn="just" indent="-285750" lvl="0" marL="285750">
              <a:buChar char="•"/>
              <a:buFont typeface=""/>
            </a:pPr>
            <a:r>
              <a:rPr dirty="0" lang="en-US" sz="2400">
                <a:latin typeface="Arial"/>
              </a:rPr>
              <a:t/>
            </a:r>
          </a:p>
          <a:p>
            <a:pPr algn="just" indent="-285750" lvl="0" marL="285750">
              <a:buChar char="•"/>
              <a:buFont typeface=""/>
            </a:pPr>
            <a:r>
              <a:rPr dirty="0" lang="en-US" sz="2400">
                <a:latin typeface="Arial"/>
              </a:rPr>
              <a:t/>
            </a:r>
          </a:p>
          <a:p>
            <a:pPr algn="just" indent="-285750" lvl="0" marL="285750">
              <a:buChar char="•"/>
              <a:buFont typeface=""/>
            </a:pPr>
            <a:r>
              <a:rPr b="1" dirty="0" lang="en-US" sz="2400">
                <a:latin typeface="Arial"/>
              </a:rPr>
              <a:t>Timeline for Next Steps:</a:t>
            </a:r>
            <a:r>
              <a:rPr dirty="0" lang="en-US" sz="2400">
                <a:latin typeface="Arial"/>
              </a:rPr>
              <a:t> </a:t>
            </a:r>
          </a:p>
          <a:p>
            <a:pPr algn="just" indent="0" lvl="1" marL="457200">
              <a:buNone/>
            </a:pPr>
            <a:r>
              <a:rPr b="1" dirty="0" lang="en-US" sz="2400">
                <a:latin typeface="Arial"/>
              </a:rPr>
              <a:t>Week 1–2:</a:t>
            </a:r>
            <a:r>
              <a:rPr dirty="0" lang="en-US" sz="2400">
                <a:latin typeface="Arial"/>
              </a:rPr>
              <a:t> Cloud deployment &amp; testing</a:t>
            </a:r>
            <a:br>
              <a:rPr dirty="0" lang="en-US" sz="2400">
                <a:latin typeface="Arial"/>
              </a:rPr>
            </a:br>
            <a:r>
              <a:rPr b="1" dirty="0" lang="en-US" sz="2400">
                <a:latin typeface="Arial"/>
              </a:rPr>
              <a:t>Week 3:</a:t>
            </a:r>
            <a:r>
              <a:rPr dirty="0" lang="en-US" sz="2400">
                <a:latin typeface="Arial"/>
              </a:rPr>
              <a:t> Performance optimization</a:t>
            </a:r>
            <a:br>
              <a:rPr dirty="0" lang="en-US" sz="2400">
                <a:latin typeface="Arial"/>
              </a:rPr>
            </a:br>
            <a:r>
              <a:rPr b="1" dirty="0" lang="en-US" sz="2400">
                <a:latin typeface="Arial"/>
              </a:rPr>
              <a:t>Week 4:</a:t>
            </a:r>
            <a:r>
              <a:rPr dirty="0" lang="en-US" sz="2400">
                <a:latin typeface="Arial"/>
              </a:rPr>
              <a:t> Add real-time &amp; multi-language features</a:t>
            </a:r>
            <a:br>
              <a:rPr dirty="0" lang="en-US" sz="2400">
                <a:latin typeface="Arial"/>
              </a:rPr>
            </a:br>
            <a:r>
              <a:rPr b="1" dirty="0" lang="en-US" sz="2400">
                <a:latin typeface="Arial"/>
              </a:rPr>
              <a:t>Final Week:</a:t>
            </a:r>
            <a:r>
              <a:rPr dirty="0" lang="en-US" sz="2400">
                <a:latin typeface="Arial"/>
              </a:rPr>
              <a:t> Final testing, documentation &amp; presentation preparation</a:t>
            </a:r>
            <a:endParaRPr dirty="0" lang="en-US" sz="2400">
              <a:latin typeface="Arial"/>
            </a:endParaRPr>
          </a:p>
        </p:txBody>
      </p:sp>
    </p:spTree>
    <p:extLst>
      <p:ext uri="{B74A7028-C1CF-4335-93B0-2D8EABE82FE7}">
        <p14:creationId xmlns:p14="http://schemas.microsoft.com/office/powerpoint/2010/main" val="1770999092326"/>
      </p:ext>
    </p:extLst>
  </p:cSld>
  <p:clrMapOvr>
    <a:masterClrMapping/>
  </p:clrMapOvr>
</p:sld>
</file>

<file path=ppt/slides/slide1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4">
    <p:spTree>
      <p:nvGrpSpPr>
        <p:cNvPr id="1" name=""/>
        <p:cNvGrpSpPr/>
        <p:nvPr/>
      </p:nvGrpSpPr>
      <p:grpSpPr>
        <a:xfrm>
          <a:off x="0" y="0"/>
          <a:ext cx="0" cy="0"/>
          <a:chOff x="0" y="0"/>
          <a:chExt cx="0" cy="0"/>
        </a:xfrm>
      </p:grpSpPr>
      <p:grpSp>
        <p:nvGrpSpPr>
          <p:cNvPr id="2" name="Group 2" title="">
            <a:extLst>
              <a:ext uri="{B05741CA-CF33-4C65-A34D-39BB0DBF17B5}">
                <a16:creationId xmlns:a16="http://schemas.microsoft.com/office/drawing/2010/main" id="{0666F4E9-C631-4305-BD26-975EDA2788A4}"/>
              </a:ext>
            </a:extLst>
          </p:cNvPr>
          <p:cNvGrpSpPr/>
          <p:nvPr/>
        </p:nvGrpSpPr>
        <p:grpSpPr>
          <a:xfrm rot="0">
            <a:off x="15573375" y="7940674"/>
            <a:ext cx="4692650" cy="4692650"/>
            <a:chOff x="15573375" y="7940674"/>
            <a:chExt cx="812800" cy="812800"/>
          </a:xfrm>
        </p:grpSpPr>
        <p:sp>
          <p:nvSpPr>
            <p:cNvPr id="3" name="Freeform 3" title="">
              <a:extLst>
                <a:ext uri="{D68EB3F0-CE73-4FAC-B97F-A6BBC9B3FF0F}">
                  <a16:creationId xmlns:a16="http://schemas.microsoft.com/office/drawing/2010/main" id="{CDF2148F-FC38-4C29-93A4-2CBE981F2090}"/>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1DD13EA4-ED54-4DF9-BA8D-1E0C8FAA1FAF}">
                  <a16:creationId xmlns:a16="http://schemas.microsoft.com/office/drawing/2010/main" id="{FABFD206-109A-47FD-990E-4198EB2D315A}"/>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1B0EDEB4-7A45-40F6-82A2-86CA45D26602}">
                <a16:creationId xmlns:a16="http://schemas.microsoft.com/office/drawing/2010/main" id="{166C6539-1956-4356-8D36-1AE996B9D9F7}"/>
              </a:ext>
            </a:extLst>
          </p:cNvPr>
          <p:cNvSpPr txBox="1"/>
          <p:nvPr/>
        </p:nvSpPr>
        <p:spPr>
          <a:xfrm rot="0">
            <a:off x="1752600" y="876300"/>
            <a:ext cx="13527088" cy="676275"/>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r>
              <a:rPr b="1" dirty="0" lang="en-IN" sz="4400">
                <a:latin typeface="Arial"/>
              </a:rPr>
              <a:t>Publication Status</a:t>
            </a:r>
            <a:endParaRPr b="1" dirty="0" lang="en-IN" sz="4400">
              <a:latin typeface="Arial"/>
            </a:endParaRPr>
          </a:p>
        </p:txBody>
      </p:sp>
      <p:sp>
        <p:nvSpPr>
          <p:cNvPr id="6" name="Date Placeholder 7">
            <a:extLst>
              <a:ext uri="{6A3ADF27-5B00-4063-8B00-6AE8F15B9182}">
                <a16:creationId xmlns:a16="http://schemas.microsoft.com/office/drawing/2010/main" id="{29D0700C-5821-43D8-B265-B077F8837380}"/>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245C131A-87CB-4FCD-B6CD-F8B2717E3D6D}"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EC2F8FFB-9CE0-420A-A33B-21F5258A1BEF}">
                <a16:creationId xmlns:a16="http://schemas.microsoft.com/office/drawing/2010/main" id="{2F0D6069-B38B-4A89-A6AE-F181B41A65E9}"/>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75B5B59C-8292-495C-90EA-536D5BFD05E2}" type="slidenum"/>
            <a:endParaRPr b="1" dirty="0" lang="en-US" sz="1800">
              <a:solidFill>
                <a:schemeClr val="accent1"/>
              </a:solidFill>
              <a:latin typeface="Corbel"/>
            </a:endParaRPr>
          </a:p>
        </p:txBody>
      </p:sp>
      <p:sp>
        <p:nvSpPr>
          <p:cNvPr id="8" name="Footer Placeholder 9">
            <a:extLst>
              <a:ext uri="{D810711E-39A7-4F63-BBBC-D25A58E6BD51}">
                <a16:creationId xmlns:a16="http://schemas.microsoft.com/office/drawing/2010/main" id="{96DBEF73-FAAF-456D-8B09-EFFE0B4A54B5}"/>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Tree>
    <p:extLst>
      <p:ext uri="{8646F9AC-F644-4344-8796-E6ED1E407210}">
        <p14:creationId xmlns:p14="http://schemas.microsoft.com/office/powerpoint/2010/main" val="1770999092327"/>
      </p:ext>
    </p:extLst>
  </p:cSld>
  <p:clrMapOvr>
    <a:masterClrMapping/>
  </p:clrMapOvr>
</p:sld>
</file>

<file path=ppt/slides/slide1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5">
    <p:spTree>
      <p:nvGrpSpPr>
        <p:cNvPr id="1" name=""/>
        <p:cNvGrpSpPr/>
        <p:nvPr/>
      </p:nvGrpSpPr>
      <p:grpSpPr>
        <a:xfrm>
          <a:off x="0" y="0"/>
          <a:ext cx="0" cy="0"/>
          <a:chOff x="0" y="0"/>
          <a:chExt cx="0" cy="0"/>
        </a:xfrm>
      </p:grpSpPr>
      <p:grpSp>
        <p:nvGrpSpPr>
          <p:cNvPr id="2" name="Group 2" title="">
            <a:extLst>
              <a:ext uri="{7D309AE9-6F2C-4739-A7DF-8E1B890EF518}">
                <a16:creationId xmlns:a16="http://schemas.microsoft.com/office/drawing/2010/main" id="{76E55A01-C50B-46EE-A25D-E67BFE160539}"/>
              </a:ext>
            </a:extLst>
          </p:cNvPr>
          <p:cNvGrpSpPr/>
          <p:nvPr/>
        </p:nvGrpSpPr>
        <p:grpSpPr>
          <a:xfrm rot="0">
            <a:off x="15573375" y="7940674"/>
            <a:ext cx="4692650" cy="4692650"/>
            <a:chOff x="15573375" y="7940674"/>
            <a:chExt cx="812800" cy="812800"/>
          </a:xfrm>
        </p:grpSpPr>
        <p:sp>
          <p:nvSpPr>
            <p:cNvPr id="3" name="Freeform 3" title="">
              <a:extLst>
                <a:ext uri="{D2BEDF73-9C21-4C89-A9D2-18ECDE14B0DF}">
                  <a16:creationId xmlns:a16="http://schemas.microsoft.com/office/drawing/2010/main" id="{EFBACECA-EE72-4BCE-82EF-F08E7A0DCF02}"/>
                </a:ext>
              </a:extLst>
            </p:cNvPr>
            <p:cNvSpPr/>
            <p:nvPr/>
          </p:nvSpPr>
          <p:spPr>
            <a:xfrm rot="0">
              <a:off x="0" y="0"/>
              <a:ext cx="812800" cy="812800"/>
            </a:xfrm>
            <a:custGeom>
              <a:avLst/>
              <a:gdLst/>
              <a:ahLst/>
              <a:cxnLst/>
              <a:rect b="b" l="0" r="r" t="0"/>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w="952500">
              <a:solidFill>
                <a:srgbClr val="ffffff">
                  <a:alpha val="15685"/>
                </a:srgbClr>
              </a:solidFill>
              <a:prstDash val="solid"/>
              <a:miter lim="800000"/>
            </a:ln>
          </p:spPr>
        </p:sp>
        <p:sp>
          <p:nvSpPr>
            <p:cNvPr id="4" name="TextBox 4" title="">
              <a:extLst>
                <a:ext uri="{C28AD0B0-BF42-4978-A2E4-EA2396E5C2F8}">
                  <a16:creationId xmlns:a16="http://schemas.microsoft.com/office/drawing/2010/main" id="{77C81782-E6FD-4607-A477-9CCE4138CFD5}"/>
                </a:ext>
              </a:extLst>
            </p:cNvPr>
            <p:cNvSpPr txBox="1"/>
            <p:nvPr/>
          </p:nvSpPr>
          <p:spPr>
            <a:xfrm rot="0">
              <a:off x="76200" y="38100"/>
              <a:ext cx="660399" cy="698500"/>
            </a:xfrm>
            <a:prstGeom prst="rect">
              <a:avLst/>
            </a:prstGeom>
            <a:noFill/>
            <a:ln>
              <a:noFill/>
              <a:miter lim="800000"/>
            </a:ln>
          </p:spPr>
          <p:txBody>
            <a:bodyPr anchor="ctr" bIns="50800" lIns="50800" rIns="50800" rtlCol="0" tIns="50800">
              <a:no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ctr" indent="0" lvl="0" marL="0">
                <a:lnSpc>
                  <a:spcPts val="2662"/>
                </a:lnSpc>
              </a:pPr>
              <a:r>
                <a:rPr dirty="0" lang="en-US"/>
                <a:t/>
              </a:r>
              <a:endParaRPr dirty="0" lang="en-US"/>
            </a:p>
          </p:txBody>
        </p:sp>
      </p:grpSp>
      <p:sp>
        <p:nvSpPr>
          <p:cNvPr id="5" name="TextBox 5" title="">
            <a:extLst>
              <a:ext uri="{9FBD3EFA-69F5-4FAB-9555-3A58660C81A8}">
                <a16:creationId xmlns:a16="http://schemas.microsoft.com/office/drawing/2010/main" id="{F1ACB08C-DD65-4F3E-8346-F0671827C842}"/>
              </a:ext>
            </a:extLst>
          </p:cNvPr>
          <p:cNvSpPr txBox="1"/>
          <p:nvPr/>
        </p:nvSpPr>
        <p:spPr>
          <a:xfrm rot="0">
            <a:off x="1752600" y="876300"/>
            <a:ext cx="13527088" cy="508000"/>
          </a:xfrm>
          <a:prstGeom prst="rect">
            <a:avLst/>
          </a:prstGeom>
          <a:noFill/>
          <a:ln>
            <a:noFill/>
            <a:miter lim="800000"/>
          </a:ln>
        </p:spPr>
        <p:txBody>
          <a:bodyPr bIns="0" lIns="0" rIns="0" rtlCol="0" tIns="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indent="0" lvl="0" marL="0">
              <a:lnSpc>
                <a:spcPts val="3775"/>
              </a:lnSpc>
            </a:pPr>
            <a:r>
              <a:rPr b="1" dirty="0" lang="en-US" sz="4400">
                <a:solidFill>
                  <a:srgbClr val="000000"/>
                </a:solidFill>
                <a:latin typeface="Arial"/>
              </a:rPr>
              <a:t>References(</a:t>
            </a:r>
            <a:r>
              <a:rPr b="1" dirty="0" lang="en-IN" sz="4400">
                <a:latin typeface="Arial"/>
              </a:rPr>
              <a:t>as per IEEE format only)</a:t>
            </a:r>
            <a:endParaRPr b="1" dirty="0" lang="en-IN" sz="4400">
              <a:latin typeface="Arial"/>
            </a:endParaRPr>
          </a:p>
        </p:txBody>
      </p:sp>
      <p:sp>
        <p:nvSpPr>
          <p:cNvPr id="6" name="Date Placeholder 7">
            <a:extLst>
              <a:ext uri="{37CF448C-4769-4C70-9BD5-95BE4026E87D}">
                <a16:creationId xmlns:a16="http://schemas.microsoft.com/office/drawing/2010/main" id="{0CDC63CD-B53D-4C4A-8F7D-EE76825EA5DE}"/>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CBF8B1FB-C751-4D44-BB4B-0D684578E7E8}"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7" name="Slide Number Placeholder 8" title="">
            <a:extLst>
              <a:ext uri="{2EA21D9F-2C45-450D-9DD8-7635B852861F}">
                <a16:creationId xmlns:a16="http://schemas.microsoft.com/office/drawing/2010/main" id="{96B87402-CC52-46BE-87CE-1AD09D956803}"/>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55A02BED-D0B1-47DC-83E3-E8A93D13926C}" type="slidenum"/>
            <a:endParaRPr b="1" dirty="0" lang="en-US" sz="1800">
              <a:solidFill>
                <a:schemeClr val="accent1"/>
              </a:solidFill>
              <a:latin typeface="Corbel"/>
            </a:endParaRPr>
          </a:p>
        </p:txBody>
      </p:sp>
      <p:sp>
        <p:nvSpPr>
          <p:cNvPr id="8" name="Footer Placeholder 9">
            <a:extLst>
              <a:ext uri="{5DF549BB-B8E1-4596-93EA-E6311458FF63}">
                <a16:creationId xmlns:a16="http://schemas.microsoft.com/office/drawing/2010/main" id="{DD895628-C43D-40FD-A0E5-909FA6586F45}"/>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
        <p:nvSpPr>
          <p:cNvPr id="9" name="TextBox 1" title="">
            <a:extLst>
              <a:ext uri="{FD2389B6-7B63-44EE-BF4B-5D7246A0D311}">
                <a16:creationId xmlns:a16="http://schemas.microsoft.com/office/drawing/2010/main" id="{27FB669E-A721-4BDE-A78B-421458862E3B}"/>
              </a:ext>
            </a:extLst>
          </p:cNvPr>
          <p:cNvSpPr txBox="1"/>
          <p:nvPr/>
        </p:nvSpPr>
        <p:spPr>
          <a:xfrm rot="0">
            <a:off x="1447800" y="1830388"/>
            <a:ext cx="16154400" cy="7770399"/>
          </a:xfrm>
          <a:prstGeom prst="rect">
            <a:avLst/>
          </a:prstGeom>
          <a:noFill/>
          <a:ln>
            <a:noFill/>
            <a:miter lim="800000"/>
          </a:ln>
        </p:spPr>
        <p:txBody>
          <a:bodyPr rtlCol="0">
            <a:spAutoFit/>
          </a:bodyPr>
          <a:lstStyle>
            <a:lvl1pPr algn="l" indent="0" lvl="0" marL="0" rtl="false">
              <a:lnSpc>
                <a:spcPct val="100000"/>
              </a:lnSpc>
              <a:spcBef>
                <a:spcPct val="0"/>
              </a:spcBef>
              <a:spcAft>
                <a:spcPct val="0"/>
              </a:spcAft>
              <a:buNone/>
              <a:defRPr b="0" baseline="0" dirty="0" i="0" lang="en-US" sz="1800" u="none">
                <a:solidFill>
                  <a:schemeClr val="tx1"/>
                </a:solidFill>
                <a:latin typeface="Corbel"/>
              </a:defRPr>
            </a:lvl1pPr>
            <a:lvl2pPr algn="l" indent="0" lvl="1" marL="457200" rtl="false">
              <a:lnSpc>
                <a:spcPct val="100000"/>
              </a:lnSpc>
              <a:spcBef>
                <a:spcPct val="0"/>
              </a:spcBef>
              <a:spcAft>
                <a:spcPct val="0"/>
              </a:spcAft>
              <a:buNone/>
              <a:defRPr b="0" baseline="0" dirty="0" i="0" lang="en-US" sz="1800" u="none">
                <a:solidFill>
                  <a:schemeClr val="tx1"/>
                </a:solidFill>
                <a:latin typeface="Corbel"/>
              </a:defRPr>
            </a:lvl2pPr>
            <a:lvl3pPr algn="l" indent="0" lvl="2" marL="914400" rtl="false">
              <a:lnSpc>
                <a:spcPct val="100000"/>
              </a:lnSpc>
              <a:spcBef>
                <a:spcPct val="0"/>
              </a:spcBef>
              <a:spcAft>
                <a:spcPct val="0"/>
              </a:spcAft>
              <a:buNone/>
              <a:defRPr b="0" baseline="0" dirty="0" i="0" lang="en-US" sz="1800" u="none">
                <a:solidFill>
                  <a:schemeClr val="tx1"/>
                </a:solidFill>
                <a:latin typeface="Corbel"/>
              </a:defRPr>
            </a:lvl3pPr>
            <a:lvl4pPr algn="l" indent="0" lvl="3" marL="1371600" rtl="false">
              <a:lnSpc>
                <a:spcPct val="100000"/>
              </a:lnSpc>
              <a:spcBef>
                <a:spcPct val="0"/>
              </a:spcBef>
              <a:spcAft>
                <a:spcPct val="0"/>
              </a:spcAft>
              <a:buNone/>
              <a:defRPr b="0" baseline="0" dirty="0" i="0" lang="en-US" sz="1800" u="none">
                <a:solidFill>
                  <a:schemeClr val="tx1"/>
                </a:solidFill>
                <a:latin typeface="Corbel"/>
              </a:defRPr>
            </a:lvl4pPr>
            <a:lvl5pPr algn="l" indent="0" lvl="4" marL="1828800" rtl="false">
              <a:lnSpc>
                <a:spcPct val="100000"/>
              </a:lnSpc>
              <a:spcBef>
                <a:spcPct val="0"/>
              </a:spcBef>
              <a:spcAft>
                <a:spcPct val="0"/>
              </a:spcAft>
              <a:buNone/>
              <a:defRPr b="0" baseline="0" dirty="0" i="0" lang="en-US" sz="1800" u="none">
                <a:solidFill>
                  <a:schemeClr val="tx1"/>
                </a:solidFill>
                <a:latin typeface="Corbel"/>
              </a:defRPr>
            </a:lvl5pPr>
          </a:lstStyle>
          <a:p>
            <a:pPr algn="just" indent="0" lvl="0" marL="0">
              <a:buNone/>
            </a:pPr>
            <a:r>
              <a:rPr dirty="0" lang="en-US" sz="2400">
                <a:latin typeface="Times New Roman"/>
              </a:rPr>
              <a:t/>
            </a:r>
          </a:p>
          <a:p>
            <a:pPr algn="just" indent="-285750" lvl="0" marL="285750">
              <a:buChar char="•"/>
              <a:buFont typeface=""/>
            </a:pPr>
            <a:r>
              <a:rPr dirty="0" lang="en-US" sz="2400">
                <a:latin typeface="Times New Roman"/>
              </a:rPr>
              <a:t>[</a:t>
            </a:r>
            <a:r>
              <a:rPr dirty="0" lang="en-US" sz="2400">
                <a:latin typeface="Times New Roman"/>
              </a:rPr>
              <a:t>1] D. Wang and Y. </a:t>
            </a:r>
            <a:r>
              <a:rPr dirty="0" err="1" lang="en-US" sz="2400">
                <a:latin typeface="Times New Roman"/>
              </a:rPr>
              <a:t>Liu</a:t>
            </a:r>
            <a:r>
              <a:rPr dirty="0" lang="en-US" sz="2400">
                <a:latin typeface="Times New Roman"/>
              </a:rPr>
              <a:t>, “Automatic Meeting Summarization: A Survey,” </a:t>
            </a:r>
            <a:r>
              <a:rPr dirty="0" lang="en-US" sz="2400">
                <a:latin typeface="Times New Roman"/>
              </a:rPr>
              <a:t>IEEE/</a:t>
            </a:r>
            <a:r>
              <a:rPr dirty="0" err="1" lang="en-US" sz="2400">
                <a:latin typeface="Times New Roman"/>
              </a:rPr>
              <a:t>ACM</a:t>
            </a:r>
            <a:r>
              <a:rPr dirty="0" lang="en-US" sz="2400">
                <a:latin typeface="Times New Roman"/>
              </a:rPr>
              <a:t> Transactions on Audio, Speech, and Language Processing, </a:t>
            </a:r>
            <a:r>
              <a:rPr dirty="0" lang="en-US" sz="2400">
                <a:latin typeface="Times New Roman"/>
              </a:rPr>
              <a:t>vol. 29, pp. 181–197, 2021.</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[2] J. Carletta, “Unleashing the Killer Corpus: Experiences in Creating the </a:t>
            </a:r>
            <a:r>
              <a:rPr dirty="0" err="1" lang="en-US" sz="2400">
                <a:latin typeface="Times New Roman"/>
              </a:rPr>
              <a:t>Multimodal</a:t>
            </a:r>
            <a:r>
              <a:rPr dirty="0" lang="en-US" sz="2400">
                <a:latin typeface="Times New Roman"/>
              </a:rPr>
              <a:t> </a:t>
            </a:r>
            <a:r>
              <a:rPr dirty="0" err="1" lang="en-US" sz="2400">
                <a:latin typeface="Times New Roman"/>
              </a:rPr>
              <a:t>AMI</a:t>
            </a:r>
            <a:r>
              <a:rPr dirty="0" lang="en-US" sz="2400">
                <a:latin typeface="Times New Roman"/>
              </a:rPr>
              <a:t> Meeting Corpus,” Language Resources and Evalua</a:t>
            </a:r>
            <a:r>
              <a:rPr dirty="0" lang="en-US" sz="2400">
                <a:latin typeface="Times New Roman"/>
              </a:rPr>
              <a:t>tion, vol. 41, no. 2, pp. 181–190, 2007.</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[3] A. Janin et al., “The </a:t>
            </a:r>
            <a:r>
              <a:rPr dirty="0" err="1" lang="en-US" sz="2400">
                <a:latin typeface="Times New Roman"/>
              </a:rPr>
              <a:t>ICSI</a:t>
            </a:r>
            <a:r>
              <a:rPr dirty="0" lang="en-US" sz="2400">
                <a:latin typeface="Times New Roman"/>
              </a:rPr>
              <a:t> Meeting Corpus,” in Proc. IEEE International </a:t>
            </a:r>
            <a:r>
              <a:rPr dirty="0" lang="en-US" sz="2400">
                <a:latin typeface="Times New Roman"/>
              </a:rPr>
              <a:t>Conference on Acoustics, Speech, and Signal Processing (</a:t>
            </a:r>
            <a:r>
              <a:rPr dirty="0" err="1" lang="en-US" sz="2400">
                <a:latin typeface="Times New Roman"/>
              </a:rPr>
              <a:t>ICASSP</a:t>
            </a:r>
            <a:r>
              <a:rPr dirty="0" lang="en-US" sz="2400">
                <a:latin typeface="Times New Roman"/>
              </a:rPr>
              <a:t>), </a:t>
            </a:r>
            <a:r>
              <a:rPr dirty="0" lang="en-US" sz="2400">
                <a:latin typeface="Times New Roman"/>
              </a:rPr>
              <a:t>Hong Kong, 2003, pp. 364–367.</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[4] J. </a:t>
            </a:r>
            <a:r>
              <a:rPr dirty="0" err="1" lang="en-US" sz="2400">
                <a:latin typeface="Times New Roman"/>
              </a:rPr>
              <a:t>Xie</a:t>
            </a:r>
            <a:r>
              <a:rPr dirty="0" lang="en-US" sz="2400">
                <a:latin typeface="Times New Roman"/>
              </a:rPr>
              <a:t>, B. </a:t>
            </a:r>
            <a:r>
              <a:rPr dirty="0" err="1" lang="en-US" sz="2400">
                <a:latin typeface="Times New Roman"/>
              </a:rPr>
              <a:t>Liu</a:t>
            </a:r>
            <a:r>
              <a:rPr dirty="0" lang="en-US" sz="2400">
                <a:latin typeface="Times New Roman"/>
              </a:rPr>
              <a:t>, and J. Huang, “Abstractive Meeting Summarization Using </a:t>
            </a:r>
            <a:r>
              <a:rPr dirty="0" lang="en-US" sz="2400">
                <a:latin typeface="Times New Roman"/>
              </a:rPr>
              <a:t>Hierarchical Transformer Models,” arXiv </a:t>
            </a:r>
            <a:r>
              <a:rPr dirty="0" err="1" lang="en-US" sz="2400">
                <a:latin typeface="Times New Roman"/>
              </a:rPr>
              <a:t>preprint</a:t>
            </a:r>
            <a:r>
              <a:rPr dirty="0" lang="en-US" sz="2400">
                <a:latin typeface="Times New Roman"/>
              </a:rPr>
              <a:t> arXiv:2004.00000, </a:t>
            </a:r>
            <a:r>
              <a:rPr dirty="0" lang="en-US" sz="2400">
                <a:latin typeface="Times New Roman"/>
              </a:rPr>
              <a:t>2020.</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[5] Y. </a:t>
            </a:r>
            <a:r>
              <a:rPr dirty="0" err="1" lang="en-US" sz="2400">
                <a:latin typeface="Times New Roman"/>
              </a:rPr>
              <a:t>Liu</a:t>
            </a:r>
            <a:r>
              <a:rPr dirty="0" lang="en-US" sz="2400">
                <a:latin typeface="Times New Roman"/>
              </a:rPr>
              <a:t> and M. </a:t>
            </a:r>
            <a:r>
              <a:rPr dirty="0" err="1" lang="en-US" sz="2400">
                <a:latin typeface="Times New Roman"/>
              </a:rPr>
              <a:t>Lapata</a:t>
            </a:r>
            <a:r>
              <a:rPr dirty="0" lang="en-US" sz="2400">
                <a:latin typeface="Times New Roman"/>
              </a:rPr>
              <a:t>, “Text Summarization with </a:t>
            </a:r>
            <a:r>
              <a:rPr dirty="0" err="1" lang="en-US" sz="2400">
                <a:latin typeface="Times New Roman"/>
              </a:rPr>
              <a:t>Pretrained</a:t>
            </a:r>
            <a:r>
              <a:rPr dirty="0" lang="en-US" sz="2400">
                <a:latin typeface="Times New Roman"/>
              </a:rPr>
              <a:t> Encoders,” </a:t>
            </a:r>
            <a:r>
              <a:rPr dirty="0" lang="en-US" sz="2400">
                <a:latin typeface="Times New Roman"/>
              </a:rPr>
              <a:t>in Proc. Conference on Empirical Methods in Natural Language Pro</a:t>
            </a:r>
            <a:r>
              <a:rPr dirty="0" lang="en-US" sz="2400">
                <a:latin typeface="Times New Roman"/>
              </a:rPr>
              <a:t>cessing (</a:t>
            </a:r>
            <a:r>
              <a:rPr dirty="0" err="1" lang="en-US" sz="2400">
                <a:latin typeface="Times New Roman"/>
              </a:rPr>
              <a:t>EMNLP</a:t>
            </a:r>
            <a:r>
              <a:rPr dirty="0" lang="en-US" sz="2400">
                <a:latin typeface="Times New Roman"/>
              </a:rPr>
              <a:t>-IJCNLP), Hong Kong, 2019, pp. 3721–3731.</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[6] J. Devlin, M.-W. Chang, K. Lee, and K. Toutanova, “BERT: Pre-training </a:t>
            </a:r>
            <a:r>
              <a:rPr dirty="0" lang="en-US" sz="2400">
                <a:latin typeface="Times New Roman"/>
              </a:rPr>
              <a:t>of Deep Bidirectional Transformers for Language Understanding,” in </a:t>
            </a:r>
            <a:r>
              <a:rPr dirty="0" lang="en-US" sz="2400">
                <a:latin typeface="Times New Roman"/>
              </a:rPr>
              <a:t>Proc. </a:t>
            </a:r>
            <a:r>
              <a:rPr dirty="0" err="1" lang="en-US" sz="2400">
                <a:latin typeface="Times New Roman"/>
              </a:rPr>
              <a:t>NAACL</a:t>
            </a:r>
            <a:r>
              <a:rPr dirty="0" lang="en-US" sz="2400">
                <a:latin typeface="Times New Roman"/>
              </a:rPr>
              <a:t>-</a:t>
            </a:r>
            <a:r>
              <a:rPr dirty="0" err="1" lang="en-US" sz="2400">
                <a:latin typeface="Times New Roman"/>
              </a:rPr>
              <a:t>HLT</a:t>
            </a:r>
            <a:r>
              <a:rPr dirty="0" lang="en-US" sz="2400">
                <a:latin typeface="Times New Roman"/>
              </a:rPr>
              <a:t>, Minneapolis, MN, USA, 2019, pp. 4171–4186.</a:t>
            </a:r>
          </a:p>
          <a:p>
            <a:pPr algn="just" indent="-285750" lvl="0" marL="285750">
              <a:buChar char="•"/>
              <a:buFont typeface=""/>
            </a:pPr>
            <a:r>
              <a:rPr dirty="0" lang="en-US" sz="2400">
                <a:latin typeface="Times New Roman"/>
              </a:rPr>
              <a:t/>
            </a:r>
          </a:p>
          <a:p>
            <a:pPr algn="just" indent="-285750" lvl="0" marL="285750">
              <a:buChar char="•"/>
              <a:buFont typeface=""/>
            </a:pPr>
            <a:r>
              <a:rPr dirty="0" lang="en-US" sz="2400">
                <a:latin typeface="Times New Roman"/>
              </a:rPr>
              <a:t>[7] C. </a:t>
            </a:r>
            <a:r>
              <a:rPr dirty="0" err="1" lang="en-US" sz="2400">
                <a:latin typeface="Times New Roman"/>
              </a:rPr>
              <a:t>Raffel</a:t>
            </a:r>
            <a:r>
              <a:rPr dirty="0" lang="en-US" sz="2400">
                <a:latin typeface="Times New Roman"/>
              </a:rPr>
              <a:t> et al., “Exploring the Limits of Transfer Learning with </a:t>
            </a:r>
            <a:r>
              <a:rPr dirty="0" lang="en-US" sz="2400">
                <a:latin typeface="Times New Roman"/>
              </a:rPr>
              <a:t>a Unified Text-to-Text Transformer,” Journal of Machine Learning </a:t>
            </a:r>
            <a:r>
              <a:rPr dirty="0" lang="en-US" sz="2400">
                <a:latin typeface="Times New Roman"/>
              </a:rPr>
              <a:t>Research, vol. 21, no. 140, pp. 1–67, 2020.</a:t>
            </a:r>
            <a:endParaRPr dirty="0" lang="en-US" sz="2400">
              <a:latin typeface="Times New Roman"/>
            </a:endParaRPr>
          </a:p>
        </p:txBody>
      </p:sp>
    </p:spTree>
    <p:extLst>
      <p:ext uri="{F44A6768-E31D-48C2-9205-C321F97E1B7A}">
        <p14:creationId xmlns:p14="http://schemas.microsoft.com/office/powerpoint/2010/main" val="1770999092329"/>
      </p:ext>
    </p:extLst>
  </p:cSld>
  <p:clrMapOvr>
    <a:masterClrMapping/>
  </p:clrMapOvr>
</p:sld>
</file>

<file path=ppt/slides/slide1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6">
    <p:spTree>
      <p:nvGrpSpPr>
        <p:cNvPr id="1" name=""/>
        <p:cNvGrpSpPr/>
        <p:nvPr/>
      </p:nvGrpSpPr>
      <p:grpSpPr>
        <a:xfrm>
          <a:off x="0" y="0"/>
          <a:ext cx="0" cy="0"/>
          <a:chOff x="0" y="0"/>
          <a:chExt cx="0" cy="0"/>
        </a:xfrm>
      </p:grpSpPr>
      <p:sp>
        <p:nvSpPr>
          <p:cNvPr id="2" name="TextBox 2">
            <a:extLst>
              <a:ext uri="{AC4116F5-8A3F-42E9-810D-CDD37CE4B246}">
                <a16:creationId xmlns:a16="http://schemas.microsoft.com/office/drawing/2010/main" id="{8389281A-99C2-4D67-8F5E-AF1CB3894A43}"/>
              </a:ext>
            </a:extLst>
          </p:cNvPr>
          <p:cNvSpPr txBox="1"/>
          <p:nvPr/>
        </p:nvSpPr>
        <p:spPr>
          <a:xfrm rot="0">
            <a:off x="2817813" y="2486025"/>
            <a:ext cx="8820150" cy="1770063"/>
          </a:xfrm>
          <a:prstGeom prst="rect">
            <a:avLst/>
          </a:prstGeom>
        </p:spPr>
        <p:txBody>
          <a:bodyPr bIns="0" lIns="0" rIns="0" rtlCol="0" tIns="0">
            <a:spAutoFit/>
          </a:bodyPr>
          <a:lstStyle/>
          <a:p>
            <a:pPr algn="l" indent="0" lvl="0" marL="0" marR="0" rtl="false">
              <a:lnSpc>
                <a:spcPts val="14509"/>
              </a:lnSpc>
              <a:spcBef>
                <a:spcPct val="0"/>
              </a:spcBef>
              <a:spcAft>
                <a:spcPct val="0"/>
              </a:spcAft>
              <a:buNone/>
            </a:pPr>
            <a:r>
              <a:rPr b="0" baseline="0" cap="none" dirty="0" i="0" lang="en-US" spc="0" strike="noStrike" sz="10365" u="none">
                <a:ln>
                  <a:noFill/>
                </a:ln>
                <a:solidFill>
                  <a:srgbClr val="051d40"/>
                </a:solidFill>
                <a:latin typeface="Open Sans Extra Bold"/>
              </a:rPr>
              <a:t>THANK YOU!</a:t>
            </a:r>
            <a:endParaRPr b="0" baseline="0" cap="none" dirty="0" i="0" lang="en-US" spc="0" strike="noStrike" sz="10365" u="none">
              <a:ln>
                <a:noFill/>
              </a:ln>
              <a:solidFill>
                <a:srgbClr val="051d40"/>
              </a:solidFill>
              <a:latin typeface="Open Sans Extra Bold"/>
            </a:endParaRPr>
          </a:p>
        </p:txBody>
      </p:sp>
      <p:sp>
        <p:nvSpPr>
          <p:cNvPr id="3" name="Date Placeholder 6">
            <a:extLst>
              <a:ext uri="{4C5DC337-35C0-4653-BD44-083EDC051DDC}">
                <a16:creationId xmlns:a16="http://schemas.microsoft.com/office/drawing/2010/main" id="{E9BD9167-03C3-4192-BB0C-1C26A4CD64EA}"/>
              </a:ext>
            </a:extLst>
          </p:cNvPr>
          <p:cNvSpPr>
            <a:spLocks noGrp="true"/>
          </p:cNvSpPr>
          <p:nvPr>
            <p:ph idx="10" sz="half" type="dt"/>
          </p:nvPr>
        </p:nvSpPr>
        <p:spPr>
          <a:xfrm rot="0">
            <a:off x="393700" y="9534525"/>
            <a:ext cx="4114800"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fld id="{F933363B-6DD0-43DA-8AF3-56AD5DA21807}" type="datetime1">
              <a:t>2/13/2026</a:t>
            </a:fld>
            <a:endParaRPr b="0" baseline="0" cap="none" dirty="0" i="0" lang="en-US" spc="0" strike="noStrike" sz="1650" u="none">
              <a:ln>
                <a:noFill/>
              </a:ln>
              <a:solidFill>
                <a:schemeClr val="tx1">
                  <a:lumMod val="50000"/>
                  <a:lumOff val="50000"/>
                </a:schemeClr>
              </a:solidFill>
              <a:latin typeface="+mn-lt"/>
            </a:endParaRPr>
          </a:p>
        </p:txBody>
      </p:sp>
      <p:sp>
        <p:nvSpPr>
          <p:cNvPr id="4" name="Slide Number Placeholder 7" title="">
            <a:extLst>
              <a:ext uri="{A6C81007-7EBE-4175-BC1D-27C143077368}">
                <a16:creationId xmlns:a16="http://schemas.microsoft.com/office/drawing/2010/main" id="{23185709-908F-4B36-9ACC-09CC815B5B62}"/>
              </a:ext>
            </a:extLst>
          </p:cNvPr>
          <p:cNvSpPr>
            <a:spLocks noGrp="true"/>
          </p:cNvSpPr>
          <p:nvPr>
            <p:ph idx="12" sz="quarter" type="sldNum"/>
          </p:nvPr>
        </p:nvSpPr>
        <p:spPr>
          <a:xfrm rot="0">
            <a:off x="15951201" y="9534525"/>
            <a:ext cx="2297113" cy="547688"/>
          </a:xfrm>
          <a:prstGeom prst="rect">
            <a:avLst/>
          </a:prstGeom>
          <a:noFill/>
          <a:ln>
            <a:noFill/>
            <a:miter lim="800000"/>
          </a:ln>
        </p:spPr>
        <p:txBody>
          <a:bodyPr anchor="ctr" rtlCol="0">
            <a:noAutofit/>
          </a:bodyPr>
          <a:lstStyle>
            <a:lvl1pPr algn="l" indent="-273050" lvl="0" marL="273050" rtl="false">
              <a:lnSpc>
                <a:spcPct val="90000"/>
              </a:lnSpc>
              <a:spcBef>
                <a:spcPts val="1800"/>
              </a:spcBef>
              <a:spcAft>
                <a:spcPct val="0"/>
              </a:spcAft>
              <a:buChar char=""/>
              <a:buClr>
                <a:schemeClr val="accent1"/>
              </a:buClr>
              <a:buFont typeface="Wingdings 2"/>
              <a:defRPr b="0" baseline="0" dirty="0" i="0" lang="en-US" sz="3000" u="none">
                <a:solidFill>
                  <a:srgbClr val="595959"/>
                </a:solidFill>
                <a:latin typeface="+mn-lt"/>
              </a:defRPr>
            </a:lvl1pPr>
            <a:lvl2pPr algn="l" indent="-273050" lvl="1" marL="1028700" rtl="false">
              <a:lnSpc>
                <a:spcPct val="90000"/>
              </a:lnSpc>
              <a:spcBef>
                <a:spcPts val="375"/>
              </a:spcBef>
              <a:spcAft>
                <a:spcPts val="375"/>
              </a:spcAft>
              <a:buChar char=""/>
              <a:buClr>
                <a:schemeClr val="accent1"/>
              </a:buClr>
              <a:buFont typeface="Wingdings 2"/>
              <a:defRPr b="0" baseline="0" dirty="0" i="0" lang="en-US" sz="2700" u="none">
                <a:solidFill>
                  <a:srgbClr val="595959"/>
                </a:solidFill>
                <a:latin typeface="+mn-lt"/>
              </a:defRPr>
            </a:lvl2pPr>
            <a:lvl3pPr algn="l" indent="-273050" lvl="2" marL="1714500" rtl="false">
              <a:lnSpc>
                <a:spcPct val="90000"/>
              </a:lnSpc>
              <a:spcBef>
                <a:spcPts val="375"/>
              </a:spcBef>
              <a:spcAft>
                <a:spcPts val="375"/>
              </a:spcAft>
              <a:buChar char=""/>
              <a:buClr>
                <a:schemeClr val="accent1"/>
              </a:buClr>
              <a:buFont typeface="Wingdings 2"/>
              <a:defRPr b="0" baseline="0" dirty="0" i="0" lang="en-US" sz="2400" u="none">
                <a:solidFill>
                  <a:srgbClr val="595959"/>
                </a:solidFill>
                <a:latin typeface="+mn-lt"/>
              </a:defRPr>
            </a:lvl3pPr>
            <a:lvl4pPr algn="l" indent="-273050" lvl="3" marL="24003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4pPr>
            <a:lvl5pPr algn="l" indent="-273050" lvl="4" marL="3086100" rtl="false">
              <a:lnSpc>
                <a:spcPct val="90000"/>
              </a:lnSpc>
              <a:spcBef>
                <a:spcPts val="375"/>
              </a:spcBef>
              <a:spcAft>
                <a:spcPts val="375"/>
              </a:spcAft>
              <a:buChar char=""/>
              <a:buClr>
                <a:schemeClr val="accent1"/>
              </a:buClr>
              <a:buFont typeface="Wingdings 2"/>
              <a:defRPr b="0" baseline="0" dirty="0" i="0" lang="en-US" sz="2100" u="none">
                <a:solidFill>
                  <a:srgbClr val="595959"/>
                </a:solidFill>
                <a:latin typeface="+mn-lt"/>
              </a:defRPr>
            </a:lvl5pPr>
            <a:lvl6pPr algn="l" indent="-342900" lvl="5" marL="37719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6pPr>
            <a:lvl7pPr algn="l" indent="-342900" lvl="6" marL="44577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7pPr>
            <a:lvl8pPr algn="l" indent="-342900" lvl="7" marL="51435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8pPr>
            <a:lvl9pPr algn="l" indent="-342900" lvl="8" marL="5829300" rtl="false">
              <a:lnSpc>
                <a:spcPct val="90000"/>
              </a:lnSpc>
              <a:spcBef>
                <a:spcPts val="375"/>
              </a:spcBef>
              <a:spcAft>
                <a:spcPts val="375"/>
              </a:spcAft>
              <a:buChar char=""/>
              <a:buClr>
                <a:schemeClr val="accent1"/>
              </a:buClr>
              <a:buFont typeface="Wingdings 2"/>
              <a:defRPr dirty="0" lang="en-US" sz="2100">
                <a:solidFill>
                  <a:schemeClr val="tx1">
                    <a:lumMod val="65000"/>
                    <a:lumOff val="35000"/>
                  </a:schemeClr>
                </a:solidFill>
                <a:latin typeface="+mn-lt"/>
              </a:defRPr>
            </a:lvl9pPr>
          </a:lstStyle>
          <a:p>
            <a:pPr algn="r" indent="0" lvl="0" marL="0">
              <a:lnSpc>
                <a:spcPct val="100000"/>
              </a:lnSpc>
              <a:spcBef>
                <a:spcPct val="0"/>
              </a:spcBef>
              <a:buNone/>
            </a:pPr>
            <a:fld id="{BC9E3B95-5590-4B86-B747-53B2639000A7}" type="slidenum"/>
            <a:endParaRPr b="1" dirty="0" lang="en-US" sz="1800">
              <a:solidFill>
                <a:schemeClr val="accent1"/>
              </a:solidFill>
              <a:latin typeface="Corbel"/>
            </a:endParaRPr>
          </a:p>
        </p:txBody>
      </p:sp>
      <p:sp>
        <p:nvSpPr>
          <p:cNvPr id="5" name="Footer Placeholder 8">
            <a:extLst>
              <a:ext uri="{2D25E92B-3B9B-4B29-B2B0-2E3773D94FFB}">
                <a16:creationId xmlns:a16="http://schemas.microsoft.com/office/drawing/2010/main" id="{8592D65C-6211-458B-97AB-CD1CDE5F9F34}"/>
              </a:ext>
            </a:extLst>
          </p:cNvPr>
          <p:cNvSpPr>
            <a:spLocks noGrp="true"/>
          </p:cNvSpPr>
          <p:nvPr>
            <p:ph idx="11" sz="quarter" type="ftr"/>
          </p:nvPr>
        </p:nvSpPr>
        <p:spPr>
          <a:xfrm rot="0">
            <a:off x="5803900" y="9534525"/>
            <a:ext cx="8867775" cy="547688"/>
          </a:xfrm>
          <a:prstGeom prst="rect">
            <a:avLst/>
          </a:prstGeom>
          <a:noFill/>
        </p:spPr>
        <p:txBody>
          <a:bodyPr anchor="ctr" bIns="45720" lIns="91440" rIns="91440" rtlCol="0" tIns="45720" vert="horz"/>
          <a:lstStyle/>
          <a:p>
            <a:pPr algn="l" indent="0" lvl="0" marL="0" marR="0" rtl="false">
              <a:lnSpc>
                <a:spcPct val="100000"/>
              </a:lnSpc>
              <a:spcBef>
                <a:spcPct val="0"/>
              </a:spcBef>
              <a:spcAft>
                <a:spcPct val="0"/>
              </a:spcAft>
              <a:buNone/>
            </a:pPr>
            <a:r>
              <a:rPr b="0" baseline="0" cap="none" dirty="0" i="0" lang="en-US" spc="0" strike="noStrike" sz="1650" u="none">
                <a:ln>
                  <a:noFill/>
                </a:ln>
                <a:solidFill>
                  <a:schemeClr val="tx1">
                    <a:lumMod val="50000"/>
                    <a:lumOff val="50000"/>
                  </a:schemeClr>
                </a:solidFill>
                <a:latin typeface="+mn-lt"/>
              </a:rPr>
              <a:t>BATCH NO : 335                DEPARTMENT OF COMPUTER SCIENCE &amp; ENGINEERING</a:t>
            </a:r>
            <a:endParaRPr b="0" baseline="0" cap="none" dirty="0" i="0" lang="en-US" spc="0" strike="noStrike" sz="1650" u="none">
              <a:ln>
                <a:noFill/>
              </a:ln>
              <a:solidFill>
                <a:schemeClr val="tx1">
                  <a:lumMod val="50000"/>
                  <a:lumOff val="50000"/>
                </a:schemeClr>
              </a:solidFill>
              <a:latin typeface="+mn-lt"/>
            </a:endParaRPr>
          </a:p>
        </p:txBody>
      </p:sp>
    </p:spTree>
    <p:extLst>
      <p:ext uri="{A9D1323F-8435-4DC9-9EA7-E3806CD066CF}">
        <p14:creationId xmlns:p14="http://schemas.microsoft.com/office/powerpoint/2010/main" val="1770999092330"/>
      </p:ext>
    </p:extLst>
  </p:cSld>
  <p:clrMapOvr>
    <a:masterClrMapping/>
  </p:clrMapOvr>
</p:sld>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majorFont>
      <a:minorFont>
        <a:latin typeface="Corbel"/>
        <a:ea typeface=""/>
        <a:cs typeface=""/>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cap="flat" w="9525">
          <a:solidFill>
            <a:schemeClr val="phClr"/>
          </a:solidFill>
          <a:prstDash val="solid"/>
        </a:ln>
        <a:ln cap="flat" w="10795">
          <a:solidFill>
            <a:schemeClr val="phClr"/>
          </a:solidFill>
          <a:prstDash val="solid"/>
        </a:ln>
        <a:ln cap="flat" w="17145">
          <a:solidFill>
            <a:schemeClr val="phClr">
              <a:shade val="95000"/>
              <a:alpha val="50000"/>
              <a:satMod val="150000"/>
            </a:scheme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majorFont>
      <a:minorFont>
        <a:latin typeface="Corbel"/>
        <a:ea typeface=""/>
        <a:cs typeface=""/>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cap="flat" w="9525">
          <a:solidFill>
            <a:schemeClr val="phClr"/>
          </a:solidFill>
          <a:prstDash val="solid"/>
        </a:ln>
        <a:ln cap="flat" w="10795">
          <a:solidFill>
            <a:schemeClr val="phClr"/>
          </a:solidFill>
          <a:prstDash val="solid"/>
        </a:ln>
        <a:ln cap="flat" w="17145">
          <a:solidFill>
            <a:schemeClr val="phClr">
              <a:shade val="95000"/>
              <a:alpha val="50000"/>
              <a:satMod val="150000"/>
            </a:scheme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2026-02-13T19:34:19Z</dcterms:created>
  <dcterms:modified xsi:type="dcterms:W3CDTF">2026-02-13T21:38:39Z</dcterms:modified>
</cp:coreProperties>
</file>